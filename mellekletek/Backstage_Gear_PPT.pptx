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71" r:id="rId7"/>
    <p:sldId id="266" r:id="rId8"/>
    <p:sldId id="260" r:id="rId9"/>
    <p:sldId id="270" r:id="rId10"/>
    <p:sldId id="261" r:id="rId11"/>
    <p:sldId id="262" r:id="rId12"/>
    <p:sldId id="269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CB15"/>
    <a:srgbClr val="0B2545"/>
    <a:srgbClr val="FFFF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6F80-A83D-40CA-A0C0-859F6EA033F2}" v="142" dt="2026-04-21T13:19:27.412"/>
    <p1510:client id="{E27C763A-AC9A-40DA-B205-75A7CC0258E3}" v="3" dt="2026-04-21T06:07:24.300"/>
    <p1510:client id="{E3223B8C-561B-40C8-93CF-18EE6598FA32}" v="2" dt="2026-04-21T06:08:21.815"/>
    <p1510:client id="{F384836B-F9C0-D4DD-F4B4-B861881223A5}" v="30" dt="2026-04-21T06:12:59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Bálint Zsombor" userId="S::nagy.balint_2021d@bolyai-szakkozep.hu::905a9c69-1ef6-4afa-ac88-9a47185e49ce" providerId="AD" clId="Web-{3DF6AC3D-CCCA-06B1-2829-8422C780AA6E}"/>
    <pc:docChg chg="addSld delSld modSld sldOrd">
      <pc:chgData name="Nagy Bálint Zsombor" userId="S::nagy.balint_2021d@bolyai-szakkozep.hu::905a9c69-1ef6-4afa-ac88-9a47185e49ce" providerId="AD" clId="Web-{3DF6AC3D-CCCA-06B1-2829-8422C780AA6E}" dt="2026-04-15T17:25:10.465" v="730" actId="1076"/>
      <pc:docMkLst>
        <pc:docMk/>
      </pc:docMkLst>
      <pc:sldChg chg="addSp delSp modSp">
        <pc:chgData name="Nagy Bálint Zsombor" userId="S::nagy.balint_2021d@bolyai-szakkozep.hu::905a9c69-1ef6-4afa-ac88-9a47185e49ce" providerId="AD" clId="Web-{3DF6AC3D-CCCA-06B1-2829-8422C780AA6E}" dt="2026-04-15T17:25:10.465" v="730" actId="1076"/>
        <pc:sldMkLst>
          <pc:docMk/>
          <pc:sldMk cId="4266748471" sldId="256"/>
        </pc:sldMkLst>
        <pc:spChg chg="mod">
          <ac:chgData name="Nagy Bálint Zsombor" userId="S::nagy.balint_2021d@bolyai-szakkozep.hu::905a9c69-1ef6-4afa-ac88-9a47185e49ce" providerId="AD" clId="Web-{3DF6AC3D-CCCA-06B1-2829-8422C780AA6E}" dt="2026-04-15T16:45:08.229" v="590" actId="1076"/>
          <ac:spMkLst>
            <pc:docMk/>
            <pc:sldMk cId="4266748471" sldId="256"/>
            <ac:spMk id="2" creationId="{00000000-0000-0000-0000-000000000000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7:25:10.465" v="730" actId="1076"/>
          <ac:spMkLst>
            <pc:docMk/>
            <pc:sldMk cId="4266748471" sldId="256"/>
            <ac:spMk id="3" creationId="{00000000-0000-0000-0000-000000000000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5:29:10.518" v="8"/>
          <ac:spMkLst>
            <pc:docMk/>
            <pc:sldMk cId="4266748471" sldId="256"/>
            <ac:spMk id="4" creationId="{DAE81AB8-227D-A16D-AFD8-0BF798BB6E83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7:07:42.675" v="687" actId="1076"/>
          <ac:spMkLst>
            <pc:docMk/>
            <pc:sldMk cId="4266748471" sldId="256"/>
            <ac:spMk id="9" creationId="{17374329-F9C1-B3D9-BF43-C3593ABF3383}"/>
          </ac:spMkLst>
        </pc:spChg>
        <pc:picChg chg="add mod modCrop">
          <ac:chgData name="Nagy Bálint Zsombor" userId="S::nagy.balint_2021d@bolyai-szakkozep.hu::905a9c69-1ef6-4afa-ac88-9a47185e49ce" providerId="AD" clId="Web-{3DF6AC3D-CCCA-06B1-2829-8422C780AA6E}" dt="2026-04-15T17:07:39.425" v="686" actId="1076"/>
          <ac:picMkLst>
            <pc:docMk/>
            <pc:sldMk cId="4266748471" sldId="256"/>
            <ac:picMk id="8" creationId="{0AA9B319-A043-7451-5CE7-EC3F781856BF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5:36:30.523" v="144" actId="1076"/>
          <ac:picMkLst>
            <pc:docMk/>
            <pc:sldMk cId="4266748471" sldId="256"/>
            <ac:picMk id="10" creationId="{229C67AB-6271-760D-9851-D43A81363C91}"/>
          </ac:picMkLst>
        </pc:pic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52:40.343" v="621" actId="20577"/>
        <pc:sldMkLst>
          <pc:docMk/>
          <pc:sldMk cId="2694615640" sldId="257"/>
        </pc:sldMkLst>
        <pc:spChg chg="mod">
          <ac:chgData name="Nagy Bálint Zsombor" userId="S::nagy.balint_2021d@bolyai-szakkozep.hu::905a9c69-1ef6-4afa-ac88-9a47185e49ce" providerId="AD" clId="Web-{3DF6AC3D-CCCA-06B1-2829-8422C780AA6E}" dt="2026-04-15T15:43:06.418" v="174" actId="20577"/>
          <ac:spMkLst>
            <pc:docMk/>
            <pc:sldMk cId="2694615640" sldId="257"/>
            <ac:spMk id="2" creationId="{83DA7205-CC73-2086-BB82-DFC088E82CB5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39:18.631" v="164"/>
          <ac:spMkLst>
            <pc:docMk/>
            <pc:sldMk cId="2694615640" sldId="257"/>
            <ac:spMk id="3" creationId="{471B5EA3-C52B-255B-92B7-33EF48BB473C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40.343" v="621" actId="20577"/>
          <ac:spMkLst>
            <pc:docMk/>
            <pc:sldMk cId="2694615640" sldId="257"/>
            <ac:spMk id="4" creationId="{FE10A102-9E48-C97E-61A7-D7706EDB6FCE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37:55.157" v="146"/>
          <ac:spMkLst>
            <pc:docMk/>
            <pc:sldMk cId="2694615640" sldId="257"/>
            <ac:spMk id="8" creationId="{2507AF1C-A80A-B4FE-8FF1-9FC275957BEB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12:13.776" v="516"/>
          <ac:spMkLst>
            <pc:docMk/>
            <pc:sldMk cId="2694615640" sldId="257"/>
            <ac:spMk id="10" creationId="{0FAB1738-43F5-11B3-071B-E83CAB4D46BC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12:13.807" v="517"/>
          <ac:spMkLst>
            <pc:docMk/>
            <pc:sldMk cId="2694615640" sldId="257"/>
            <ac:spMk id="12" creationId="{64AD25C8-EA84-5FA6-3A57-39CDE0E7D766}"/>
          </ac:spMkLst>
        </pc:sp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53:19.641" v="625" actId="1076"/>
        <pc:sldMkLst>
          <pc:docMk/>
          <pc:sldMk cId="2821042396" sldId="258"/>
        </pc:sldMkLst>
        <pc:spChg chg="mod">
          <ac:chgData name="Nagy Bálint Zsombor" userId="S::nagy.balint_2021d@bolyai-szakkozep.hu::905a9c69-1ef6-4afa-ac88-9a47185e49ce" providerId="AD" clId="Web-{3DF6AC3D-CCCA-06B1-2829-8422C780AA6E}" dt="2026-04-15T15:45:56.332" v="220" actId="20577"/>
          <ac:spMkLst>
            <pc:docMk/>
            <pc:sldMk cId="2821042396" sldId="258"/>
            <ac:spMk id="2" creationId="{75B5DE37-CC4F-A504-1412-4C0CE3FA0EC7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46:54.881" v="232" actId="20577"/>
          <ac:spMkLst>
            <pc:docMk/>
            <pc:sldMk cId="2821042396" sldId="258"/>
            <ac:spMk id="3" creationId="{233CD36C-8AF8-F2C9-7A9D-D76A9E02889D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46.969" v="622" actId="20577"/>
          <ac:spMkLst>
            <pc:docMk/>
            <pc:sldMk cId="2821042396" sldId="258"/>
            <ac:spMk id="4" creationId="{63F7A764-22EE-8B76-7237-AEEB58C03C08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47:18.382" v="234"/>
          <ac:spMkLst>
            <pc:docMk/>
            <pc:sldMk cId="2821042396" sldId="258"/>
            <ac:spMk id="5" creationId="{B955F6C0-36F2-8240-4D0E-4105039C6235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59.297" v="624" actId="14100"/>
          <ac:spMkLst>
            <pc:docMk/>
            <pc:sldMk cId="2821042396" sldId="258"/>
            <ac:spMk id="6" creationId="{9C563CF3-DB66-AE91-1E11-5375CEA53418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45:59.816" v="221"/>
          <ac:spMkLst>
            <pc:docMk/>
            <pc:sldMk cId="2821042396" sldId="258"/>
            <ac:spMk id="8" creationId="{FAC3AC68-C0F3-F0DC-2653-AE66738BFDFC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53:19.641" v="625" actId="1076"/>
          <ac:spMkLst>
            <pc:docMk/>
            <pc:sldMk cId="2821042396" sldId="258"/>
            <ac:spMk id="11" creationId="{F8EB338E-819C-78DB-E3C8-09A26D34E4CE}"/>
          </ac:spMkLst>
        </pc:sp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47:06.706" v="601" actId="1076"/>
        <pc:sldMkLst>
          <pc:docMk/>
          <pc:sldMk cId="2221778511" sldId="259"/>
        </pc:sldMkLst>
        <pc:spChg chg="mod">
          <ac:chgData name="Nagy Bálint Zsombor" userId="S::nagy.balint_2021d@bolyai-szakkozep.hu::905a9c69-1ef6-4afa-ac88-9a47185e49ce" providerId="AD" clId="Web-{3DF6AC3D-CCCA-06B1-2829-8422C780AA6E}" dt="2026-04-15T16:20:52.149" v="558" actId="20577"/>
          <ac:spMkLst>
            <pc:docMk/>
            <pc:sldMk cId="2221778511" sldId="259"/>
            <ac:spMk id="2" creationId="{FA833119-4F62-1878-EDE9-EB65DF1E6A44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18:54.397" v="537" actId="20577"/>
          <ac:spMkLst>
            <pc:docMk/>
            <pc:sldMk cId="2221778511" sldId="259"/>
            <ac:spMk id="3" creationId="{1FF7F2D7-9C75-51B6-6FE9-714A61DA188E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55:59.915" v="357"/>
          <ac:spMkLst>
            <pc:docMk/>
            <pc:sldMk cId="2221778511" sldId="259"/>
            <ac:spMk id="5" creationId="{74E6EAAE-A36E-053A-6FEA-12146598583D}"/>
          </ac:spMkLst>
        </pc:spChg>
        <pc:picChg chg="add mod">
          <ac:chgData name="Nagy Bálint Zsombor" userId="S::nagy.balint_2021d@bolyai-szakkozep.hu::905a9c69-1ef6-4afa-ac88-9a47185e49ce" providerId="AD" clId="Web-{3DF6AC3D-CCCA-06B1-2829-8422C780AA6E}" dt="2026-04-15T16:47:06.706" v="601" actId="1076"/>
          <ac:picMkLst>
            <pc:docMk/>
            <pc:sldMk cId="2221778511" sldId="259"/>
            <ac:picMk id="7" creationId="{77935D00-6341-4127-D9C8-7DBDAB1F2FDA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6:47:04.362" v="600" actId="1076"/>
          <ac:picMkLst>
            <pc:docMk/>
            <pc:sldMk cId="2221778511" sldId="259"/>
            <ac:picMk id="9" creationId="{CFB112D6-7CEB-188B-ADB8-456BD8B3B528}"/>
          </ac:picMkLst>
        </pc:picChg>
      </pc:sldChg>
      <pc:sldChg chg="modSp add replId">
        <pc:chgData name="Nagy Bálint Zsombor" userId="S::nagy.balint_2021d@bolyai-szakkozep.hu::905a9c69-1ef6-4afa-ac88-9a47185e49ce" providerId="AD" clId="Web-{3DF6AC3D-CCCA-06B1-2829-8422C780AA6E}" dt="2026-04-15T15:58:13.075" v="384" actId="20577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3DF6AC3D-CCCA-06B1-2829-8422C780AA6E}" dt="2026-04-15T15:58:13.075" v="384" actId="20577"/>
          <ac:spMkLst>
            <pc:docMk/>
            <pc:sldMk cId="4083677727" sldId="260"/>
            <ac:spMk id="2" creationId="{6F9FB276-B8C0-E8F1-246B-E1FE62BF477B}"/>
          </ac:spMkLst>
        </pc:spChg>
      </pc:sldChg>
      <pc:sldChg chg="addSp delSp modSp add ord replId">
        <pc:chgData name="Nagy Bálint Zsombor" userId="S::nagy.balint_2021d@bolyai-szakkozep.hu::905a9c69-1ef6-4afa-ac88-9a47185e49ce" providerId="AD" clId="Web-{3DF6AC3D-CCCA-06B1-2829-8422C780AA6E}" dt="2026-04-15T17:06:20.344" v="674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3DF6AC3D-CCCA-06B1-2829-8422C780AA6E}" dt="2026-04-15T16:04:28.790" v="424" actId="20577"/>
          <ac:spMkLst>
            <pc:docMk/>
            <pc:sldMk cId="222438003" sldId="261"/>
            <ac:spMk id="2" creationId="{AE51C29D-DEE3-399F-58DB-24DC22767ADF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06:02.745" v="492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7:10:10.664" v="693"/>
        <pc:sldMkLst>
          <pc:docMk/>
          <pc:sldMk cId="2115854763" sldId="262"/>
        </pc:sldMkLst>
        <pc:spChg chg="mod ord">
          <ac:chgData name="Nagy Bálint Zsombor" userId="S::nagy.balint_2021d@bolyai-szakkozep.hu::905a9c69-1ef6-4afa-ac88-9a47185e49ce" providerId="AD" clId="Web-{3DF6AC3D-CCCA-06B1-2829-8422C780AA6E}" dt="2026-04-15T17:04:02.603" v="668"/>
          <ac:spMkLst>
            <pc:docMk/>
            <pc:sldMk cId="2115854763" sldId="262"/>
            <ac:spMk id="2" creationId="{CDB9BE3B-1E67-345F-8BFF-EA402C61BADF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6:00:10.671" v="398"/>
          <ac:spMkLst>
            <pc:docMk/>
            <pc:sldMk cId="2115854763" sldId="262"/>
            <ac:spMk id="4" creationId="{FA0F11D9-9D82-78AF-BBE1-B1260048A784}"/>
          </ac:spMkLst>
        </pc:spChg>
        <pc:cxnChg chg="add mod ord">
          <ac:chgData name="Nagy Bálint Zsombor" userId="S::nagy.balint_2021d@bolyai-szakkozep.hu::905a9c69-1ef6-4afa-ac88-9a47185e49ce" providerId="AD" clId="Web-{3DF6AC3D-CCCA-06B1-2829-8422C780AA6E}" dt="2026-04-15T17:04:07.697" v="671"/>
          <ac:cxnSpMkLst>
            <pc:docMk/>
            <pc:sldMk cId="2115854763" sldId="262"/>
            <ac:cxnSpMk id="6" creationId="{23EA089D-7E9D-0FF2-FF23-D12269BDFBF6}"/>
          </ac:cxnSpMkLst>
        </pc:cxnChg>
      </pc:sldChg>
      <pc:sldChg chg="addSp delSp modSp add replId">
        <pc:chgData name="Nagy Bálint Zsombor" userId="S::nagy.balint_2021d@bolyai-szakkozep.hu::905a9c69-1ef6-4afa-ac88-9a47185e49ce" providerId="AD" clId="Web-{3DF6AC3D-CCCA-06B1-2829-8422C780AA6E}" dt="2026-04-15T16:35:07.366" v="576" actId="1076"/>
        <pc:sldMkLst>
          <pc:docMk/>
          <pc:sldMk cId="2804775517" sldId="268"/>
        </pc:sldMkLst>
        <pc:picChg chg="add mod ord">
          <ac:chgData name="Nagy Bálint Zsombor" userId="S::nagy.balint_2021d@bolyai-szakkozep.hu::905a9c69-1ef6-4afa-ac88-9a47185e49ce" providerId="AD" clId="Web-{3DF6AC3D-CCCA-06B1-2829-8422C780AA6E}" dt="2026-04-15T16:35:07.366" v="576" actId="1076"/>
          <ac:picMkLst>
            <pc:docMk/>
            <pc:sldMk cId="2804775517" sldId="268"/>
            <ac:picMk id="7" creationId="{4FB6146B-9973-8700-4722-F2B126F28896}"/>
          </ac:picMkLst>
        </pc:picChg>
      </pc:sldChg>
      <pc:sldChg chg="modSp">
        <pc:chgData name="Nagy Bálint Zsombor" userId="S::nagy.balint_2021d@bolyai-szakkozep.hu::905a9c69-1ef6-4afa-ac88-9a47185e49ce" providerId="AD" clId="Web-{3DF6AC3D-CCCA-06B1-2829-8422C780AA6E}" dt="2026-04-15T17:22:27.927" v="729" actId="20577"/>
        <pc:sldMkLst>
          <pc:docMk/>
          <pc:sldMk cId="2666932677" sldId="269"/>
        </pc:sldMkLst>
        <pc:spChg chg="mod">
          <ac:chgData name="Nagy Bálint Zsombor" userId="S::nagy.balint_2021d@bolyai-szakkozep.hu::905a9c69-1ef6-4afa-ac88-9a47185e49ce" providerId="AD" clId="Web-{3DF6AC3D-CCCA-06B1-2829-8422C780AA6E}" dt="2026-04-15T17:22:27.927" v="729" actId="20577"/>
          <ac:spMkLst>
            <pc:docMk/>
            <pc:sldMk cId="2666932677" sldId="269"/>
            <ac:spMk id="3" creationId="{030ED283-A6F7-85CE-25BF-E79FD21F9381}"/>
          </ac:spMkLst>
        </pc:spChg>
      </pc:sldChg>
      <pc:sldMasterChg chg="addSldLayout">
        <pc:chgData name="Nagy Bálint Zsombor" userId="S::nagy.balint_2021d@bolyai-szakkozep.hu::905a9c69-1ef6-4afa-ac88-9a47185e49ce" providerId="AD" clId="Web-{3DF6AC3D-CCCA-06B1-2829-8422C780AA6E}" dt="2026-04-15T15:30:48.677" v="17"/>
        <pc:sldMasterMkLst>
          <pc:docMk/>
          <pc:sldMasterMk cId="798062927" sldId="2147483648"/>
        </pc:sldMasterMkLst>
        <pc:sldLayoutChg chg="add">
          <pc:chgData name="Nagy Bálint Zsombor" userId="S::nagy.balint_2021d@bolyai-szakkozep.hu::905a9c69-1ef6-4afa-ac88-9a47185e49ce" providerId="AD" clId="Web-{3DF6AC3D-CCCA-06B1-2829-8422C780AA6E}" dt="2026-04-15T15:30:48.677" v="17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Nagy Bálint Zsombor" userId="S::nagy.balint_2021d@bolyai-szakkozep.hu::905a9c69-1ef6-4afa-ac88-9a47185e49ce" providerId="AD" clId="Web-{E27C763A-AC9A-40DA-B205-75A7CC0258E3}"/>
    <pc:docChg chg="delSld modSld">
      <pc:chgData name="Nagy Bálint Zsombor" userId="S::nagy.balint_2021d@bolyai-szakkozep.hu::905a9c69-1ef6-4afa-ac88-9a47185e49ce" providerId="AD" clId="Web-{E27C763A-AC9A-40DA-B205-75A7CC0258E3}" dt="2026-04-21T06:07:24.300" v="2" actId="20577"/>
      <pc:docMkLst>
        <pc:docMk/>
      </pc:docMkLst>
      <pc:sldChg chg="modSp">
        <pc:chgData name="Nagy Bálint Zsombor" userId="S::nagy.balint_2021d@bolyai-szakkozep.hu::905a9c69-1ef6-4afa-ac88-9a47185e49ce" providerId="AD" clId="Web-{E27C763A-AC9A-40DA-B205-75A7CC0258E3}" dt="2026-04-21T06:07:24.300" v="2" actId="20577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E27C763A-AC9A-40DA-B205-75A7CC0258E3}" dt="2026-04-21T06:07:24.300" v="2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del">
        <pc:chgData name="Nagy Bálint Zsombor" userId="S::nagy.balint_2021d@bolyai-szakkozep.hu::905a9c69-1ef6-4afa-ac88-9a47185e49ce" providerId="AD" clId="Web-{E27C763A-AC9A-40DA-B205-75A7CC0258E3}" dt="2026-04-21T06:06:54.752" v="0"/>
        <pc:sldMkLst>
          <pc:docMk/>
          <pc:sldMk cId="1595476676" sldId="271"/>
        </pc:sldMkLst>
      </pc:sldChg>
    </pc:docChg>
  </pc:docChgLst>
  <pc:docChgLst>
    <pc:chgData name="Rózsavölgyi Zétény István" userId="S::rozsavolgyi.zeteny_2021d@bolyai-szakkozep.hu::96703aa4-64c5-4720-be21-16519e0bcb32" providerId="AD" clId="Web-{528C6F80-A83D-40CA-A0C0-859F6EA033F2}"/>
    <pc:docChg chg="addSld modSld sldOrd">
      <pc:chgData name="Rózsavölgyi Zétény István" userId="S::rozsavolgyi.zeteny_2021d@bolyai-szakkozep.hu::96703aa4-64c5-4720-be21-16519e0bcb32" providerId="AD" clId="Web-{528C6F80-A83D-40CA-A0C0-859F6EA033F2}" dt="2026-04-21T13:19:27.412" v="140" actId="20577"/>
      <pc:docMkLst>
        <pc:docMk/>
      </pc:docMkLst>
      <pc:sldChg chg="modSp">
        <pc:chgData name="Rózsavölgyi Zétény István" userId="S::rozsavolgyi.zeteny_2021d@bolyai-szakkozep.hu::96703aa4-64c5-4720-be21-16519e0bcb32" providerId="AD" clId="Web-{528C6F80-A83D-40CA-A0C0-859F6EA033F2}" dt="2026-04-21T13:19:18.193" v="135" actId="20577"/>
        <pc:sldMkLst>
          <pc:docMk/>
          <pc:sldMk cId="4083677727" sldId="260"/>
        </pc:sldMkLst>
        <pc:spChg chg="mod">
          <ac:chgData name="Rózsavölgyi Zétény István" userId="S::rozsavolgyi.zeteny_2021d@bolyai-szakkozep.hu::96703aa4-64c5-4720-be21-16519e0bcb32" providerId="AD" clId="Web-{528C6F80-A83D-40CA-A0C0-859F6EA033F2}" dt="2026-04-21T13:19:18.193" v="135" actId="20577"/>
          <ac:spMkLst>
            <pc:docMk/>
            <pc:sldMk cId="4083677727" sldId="260"/>
            <ac:spMk id="8" creationId="{E58C6826-17BA-10BE-A95D-77B6896D6F88}"/>
          </ac:spMkLst>
        </pc:spChg>
      </pc:sldChg>
      <pc:sldChg chg="modSp">
        <pc:chgData name="Rózsavölgyi Zétény István" userId="S::rozsavolgyi.zeteny_2021d@bolyai-szakkozep.hu::96703aa4-64c5-4720-be21-16519e0bcb32" providerId="AD" clId="Web-{528C6F80-A83D-40CA-A0C0-859F6EA033F2}" dt="2026-04-21T13:19:27.412" v="140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528C6F80-A83D-40CA-A0C0-859F6EA033F2}" dt="2026-04-21T13:19:27.412" v="140" actId="20577"/>
          <ac:spMkLst>
            <pc:docMk/>
            <pc:sldMk cId="222438003" sldId="261"/>
            <ac:spMk id="4" creationId="{0D442055-D4F6-5392-F4A6-278B95D79573}"/>
          </ac:spMkLst>
        </pc:spChg>
      </pc:sldChg>
      <pc:sldChg chg="modSp">
        <pc:chgData name="Rózsavölgyi Zétény István" userId="S::rozsavolgyi.zeteny_2021d@bolyai-szakkozep.hu::96703aa4-64c5-4720-be21-16519e0bcb32" providerId="AD" clId="Web-{528C6F80-A83D-40CA-A0C0-859F6EA033F2}" dt="2026-04-21T13:19:14.568" v="134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528C6F80-A83D-40CA-A0C0-859F6EA033F2}" dt="2026-04-21T13:19:14.568" v="134" actId="20577"/>
          <ac:spMkLst>
            <pc:docMk/>
            <pc:sldMk cId="4277715946" sldId="266"/>
            <ac:spMk id="4" creationId="{CC48CDA8-D6D0-25D5-00FB-FC79623EF78D}"/>
          </ac:spMkLst>
        </pc:spChg>
      </pc:sldChg>
      <pc:sldChg chg="modSp">
        <pc:chgData name="Rózsavölgyi Zétény István" userId="S::rozsavolgyi.zeteny_2021d@bolyai-szakkozep.hu::96703aa4-64c5-4720-be21-16519e0bcb32" providerId="AD" clId="Web-{528C6F80-A83D-40CA-A0C0-859F6EA033F2}" dt="2026-04-21T13:19:20.709" v="137" actId="20577"/>
        <pc:sldMkLst>
          <pc:docMk/>
          <pc:sldMk cId="946313735" sldId="270"/>
        </pc:sldMkLst>
        <pc:spChg chg="mod">
          <ac:chgData name="Rózsavölgyi Zétény István" userId="S::rozsavolgyi.zeteny_2021d@bolyai-szakkozep.hu::96703aa4-64c5-4720-be21-16519e0bcb32" providerId="AD" clId="Web-{528C6F80-A83D-40CA-A0C0-859F6EA033F2}" dt="2026-04-21T13:19:20.709" v="137" actId="20577"/>
          <ac:spMkLst>
            <pc:docMk/>
            <pc:sldMk cId="946313735" sldId="270"/>
            <ac:spMk id="4" creationId="{0E8D2D94-9922-06F3-1B98-A1B2907A57D3}"/>
          </ac:spMkLst>
        </pc:spChg>
      </pc:sldChg>
      <pc:sldChg chg="addSp delSp modSp add ord replId">
        <pc:chgData name="Rózsavölgyi Zétény István" userId="S::rozsavolgyi.zeteny_2021d@bolyai-szakkozep.hu::96703aa4-64c5-4720-be21-16519e0bcb32" providerId="AD" clId="Web-{528C6F80-A83D-40CA-A0C0-859F6EA033F2}" dt="2026-04-21T13:19:04.630" v="133" actId="20577"/>
        <pc:sldMkLst>
          <pc:docMk/>
          <pc:sldMk cId="3491514723" sldId="271"/>
        </pc:sldMkLst>
        <pc:spChg chg="mod">
          <ac:chgData name="Rózsavölgyi Zétény István" userId="S::rozsavolgyi.zeteny_2021d@bolyai-szakkozep.hu::96703aa4-64c5-4720-be21-16519e0bcb32" providerId="AD" clId="Web-{528C6F80-A83D-40CA-A0C0-859F6EA033F2}" dt="2026-04-21T13:15:42.807" v="22" actId="20577"/>
          <ac:spMkLst>
            <pc:docMk/>
            <pc:sldMk cId="3491514723" sldId="271"/>
            <ac:spMk id="2" creationId="{9A42D098-3512-572C-03F8-001FEE2F576B}"/>
          </ac:spMkLst>
        </pc:spChg>
        <pc:spChg chg="mod">
          <ac:chgData name="Rózsavölgyi Zétény István" userId="S::rozsavolgyi.zeteny_2021d@bolyai-szakkozep.hu::96703aa4-64c5-4720-be21-16519e0bcb32" providerId="AD" clId="Web-{528C6F80-A83D-40CA-A0C0-859F6EA033F2}" dt="2026-04-21T13:19:04.630" v="133" actId="20577"/>
          <ac:spMkLst>
            <pc:docMk/>
            <pc:sldMk cId="3491514723" sldId="271"/>
            <ac:spMk id="3" creationId="{51AA7EFB-81CE-8AB4-77A5-8E1C0DB06851}"/>
          </ac:spMkLst>
        </pc:spChg>
        <pc:picChg chg="del">
          <ac:chgData name="Rózsavölgyi Zétény István" userId="S::rozsavolgyi.zeteny_2021d@bolyai-szakkozep.hu::96703aa4-64c5-4720-be21-16519e0bcb32" providerId="AD" clId="Web-{528C6F80-A83D-40CA-A0C0-859F6EA033F2}" dt="2026-04-21T13:15:11.274" v="2"/>
          <ac:picMkLst>
            <pc:docMk/>
            <pc:sldMk cId="3491514723" sldId="271"/>
            <ac:picMk id="6" creationId="{236A42EC-15AA-F892-CD85-74ADB394EA5B}"/>
          </ac:picMkLst>
        </pc:picChg>
        <pc:picChg chg="add mod">
          <ac:chgData name="Rózsavölgyi Zétény István" userId="S::rozsavolgyi.zeteny_2021d@bolyai-szakkozep.hu::96703aa4-64c5-4720-be21-16519e0bcb32" providerId="AD" clId="Web-{528C6F80-A83D-40CA-A0C0-859F6EA033F2}" dt="2026-04-21T13:17:16.266" v="66" actId="1076"/>
          <ac:picMkLst>
            <pc:docMk/>
            <pc:sldMk cId="3491514723" sldId="271"/>
            <ac:picMk id="7" creationId="{DDB36A4F-A8FD-64E5-B7A5-664389BE5097}"/>
          </ac:picMkLst>
        </pc:picChg>
        <pc:cxnChg chg="mod">
          <ac:chgData name="Rózsavölgyi Zétény István" userId="S::rozsavolgyi.zeteny_2021d@bolyai-szakkozep.hu::96703aa4-64c5-4720-be21-16519e0bcb32" providerId="AD" clId="Web-{528C6F80-A83D-40CA-A0C0-859F6EA033F2}" dt="2026-04-21T13:15:28.931" v="9" actId="14100"/>
          <ac:cxnSpMkLst>
            <pc:docMk/>
            <pc:sldMk cId="3491514723" sldId="271"/>
            <ac:cxnSpMk id="8" creationId="{565FFC25-1C50-A93E-A453-25F2326308A1}"/>
          </ac:cxnSpMkLst>
        </pc:cxnChg>
      </pc:sldChg>
    </pc:docChg>
  </pc:docChgLst>
  <pc:docChgLst>
    <pc:chgData name="Nagy Bálint Zsombor" userId="S::nagy.balint_2021d@bolyai-szakkozep.hu::905a9c69-1ef6-4afa-ac88-9a47185e49ce" providerId="AD" clId="Web-{2211C08B-BD0C-426E-B89C-A995515C877C}"/>
    <pc:docChg chg="delSld modSld">
      <pc:chgData name="Nagy Bálint Zsombor" userId="S::nagy.balint_2021d@bolyai-szakkozep.hu::905a9c69-1ef6-4afa-ac88-9a47185e49ce" providerId="AD" clId="Web-{2211C08B-BD0C-426E-B89C-A995515C877C}" dt="2026-04-16T06:36:13.767" v="1"/>
      <pc:docMkLst>
        <pc:docMk/>
      </pc:docMkLst>
    </pc:docChg>
  </pc:docChgLst>
  <pc:docChgLst>
    <pc:chgData name="Rózsavölgyi Zétény István" userId="S::rozsavolgyi.zeteny_2021d@bolyai-szakkozep.hu::96703aa4-64c5-4720-be21-16519e0bcb32" providerId="AD" clId="Web-{9E52F18F-F3F7-FCD2-2EE8-76B6AF75564F}"/>
    <pc:docChg chg="modSld">
      <pc:chgData name="Rózsavölgyi Zétény István" userId="S::rozsavolgyi.zeteny_2021d@bolyai-szakkozep.hu::96703aa4-64c5-4720-be21-16519e0bcb32" providerId="AD" clId="Web-{9E52F18F-F3F7-FCD2-2EE8-76B6AF75564F}" dt="2026-04-15T17:19:07.852" v="11" actId="1076"/>
      <pc:docMkLst>
        <pc:docMk/>
      </pc:docMkLst>
      <pc:sldChg chg="addSp modSp">
        <pc:chgData name="Rózsavölgyi Zétény István" userId="S::rozsavolgyi.zeteny_2021d@bolyai-szakkozep.hu::96703aa4-64c5-4720-be21-16519e0bcb32" providerId="AD" clId="Web-{9E52F18F-F3F7-FCD2-2EE8-76B6AF75564F}" dt="2026-04-15T17:18:22.444" v="2" actId="1076"/>
        <pc:sldMkLst>
          <pc:docMk/>
          <pc:sldMk cId="4083677727" sldId="260"/>
        </pc:sldMkLst>
        <pc:picChg chg="add mod">
          <ac:chgData name="Rózsavölgyi Zétény István" userId="S::rozsavolgyi.zeteny_2021d@bolyai-szakkozep.hu::96703aa4-64c5-4720-be21-16519e0bcb32" providerId="AD" clId="Web-{9E52F18F-F3F7-FCD2-2EE8-76B6AF75564F}" dt="2026-04-15T17:18:22.444" v="2" actId="1076"/>
          <ac:picMkLst>
            <pc:docMk/>
            <pc:sldMk cId="4083677727" sldId="260"/>
            <ac:picMk id="4" creationId="{69AB4E61-7F75-7600-4812-84CF2BE46D4E}"/>
          </ac:picMkLst>
        </pc:picChg>
      </pc:sldChg>
      <pc:sldChg chg="modSp">
        <pc:chgData name="Rózsavölgyi Zétény István" userId="S::rozsavolgyi.zeteny_2021d@bolyai-szakkozep.hu::96703aa4-64c5-4720-be21-16519e0bcb32" providerId="AD" clId="Web-{9E52F18F-F3F7-FCD2-2EE8-76B6AF75564F}" dt="2026-04-15T17:19:07.852" v="11" actId="1076"/>
        <pc:sldMkLst>
          <pc:docMk/>
          <pc:sldMk cId="222438003" sldId="261"/>
        </pc:sldMkLst>
        <pc:picChg chg="mod">
          <ac:chgData name="Rózsavölgyi Zétény István" userId="S::rozsavolgyi.zeteny_2021d@bolyai-szakkozep.hu::96703aa4-64c5-4720-be21-16519e0bcb32" providerId="AD" clId="Web-{9E52F18F-F3F7-FCD2-2EE8-76B6AF75564F}" dt="2026-04-15T17:19:07.852" v="11" actId="1076"/>
          <ac:picMkLst>
            <pc:docMk/>
            <pc:sldMk cId="222438003" sldId="261"/>
            <ac:picMk id="6" creationId="{057F8179-C4F0-7D71-4A84-60A72E833763}"/>
          </ac:picMkLst>
        </pc:picChg>
      </pc:sldChg>
      <pc:sldChg chg="modSp">
        <pc:chgData name="Rózsavölgyi Zétény István" userId="S::rozsavolgyi.zeteny_2021d@bolyai-szakkozep.hu::96703aa4-64c5-4720-be21-16519e0bcb32" providerId="AD" clId="Web-{9E52F18F-F3F7-FCD2-2EE8-76B6AF75564F}" dt="2026-04-15T17:18:42.086" v="10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9E52F18F-F3F7-FCD2-2EE8-76B6AF75564F}" dt="2026-04-15T17:18:42.086" v="10" actId="20577"/>
          <ac:spMkLst>
            <pc:docMk/>
            <pc:sldMk cId="2666932677" sldId="269"/>
            <ac:spMk id="3" creationId="{030ED283-A6F7-85CE-25BF-E79FD21F9381}"/>
          </ac:spMkLst>
        </pc:spChg>
      </pc:sldChg>
    </pc:docChg>
  </pc:docChgLst>
  <pc:docChgLst>
    <pc:chgData name="Nagy Bálint Zsombor" userId="S::nagy.balint_2021d@bolyai-szakkozep.hu::905a9c69-1ef6-4afa-ac88-9a47185e49ce" providerId="AD" clId="Web-{BA4791D0-9CF4-40E1-BAFE-D9ABC1ADA66E}"/>
    <pc:docChg chg="modSld">
      <pc:chgData name="Nagy Bálint Zsombor" userId="S::nagy.balint_2021d@bolyai-szakkozep.hu::905a9c69-1ef6-4afa-ac88-9a47185e49ce" providerId="AD" clId="Web-{BA4791D0-9CF4-40E1-BAFE-D9ABC1ADA66E}" dt="2026-04-16T07:53:04.946" v="19" actId="20577"/>
      <pc:docMkLst>
        <pc:docMk/>
      </pc:docMkLst>
      <pc:sldChg chg="modSp">
        <pc:chgData name="Nagy Bálint Zsombor" userId="S::nagy.balint_2021d@bolyai-szakkozep.hu::905a9c69-1ef6-4afa-ac88-9a47185e49ce" providerId="AD" clId="Web-{BA4791D0-9CF4-40E1-BAFE-D9ABC1ADA66E}" dt="2026-04-16T07:53:04.946" v="19" actId="20577"/>
        <pc:sldMkLst>
          <pc:docMk/>
          <pc:sldMk cId="4277715946" sldId="266"/>
        </pc:sldMkLst>
        <pc:spChg chg="mod">
          <ac:chgData name="Nagy Bálint Zsombor" userId="S::nagy.balint_2021d@bolyai-szakkozep.hu::905a9c69-1ef6-4afa-ac88-9a47185e49ce" providerId="AD" clId="Web-{BA4791D0-9CF4-40E1-BAFE-D9ABC1ADA66E}" dt="2026-04-16T07:53:04.946" v="19" actId="20577"/>
          <ac:spMkLst>
            <pc:docMk/>
            <pc:sldMk cId="4277715946" sldId="266"/>
            <ac:spMk id="3" creationId="{B16EDAE8-623B-2069-98C3-C02F08C24F84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01E0D942-CA10-447D-96D8-CAFDB275E28E}"/>
    <pc:docChg chg="modSld">
      <pc:chgData name="Rózsavölgyi Zétény István" userId="S::rozsavolgyi.zeteny_2021d@bolyai-szakkozep.hu::96703aa4-64c5-4720-be21-16519e0bcb32" providerId="AD" clId="Web-{01E0D942-CA10-447D-96D8-CAFDB275E28E}" dt="2026-04-16T17:50:49.975" v="192" actId="20577"/>
      <pc:docMkLst>
        <pc:docMk/>
      </pc:docMkLst>
      <pc:sldChg chg="modSp">
        <pc:chgData name="Rózsavölgyi Zétény István" userId="S::rozsavolgyi.zeteny_2021d@bolyai-szakkozep.hu::96703aa4-64c5-4720-be21-16519e0bcb32" providerId="AD" clId="Web-{01E0D942-CA10-447D-96D8-CAFDB275E28E}" dt="2026-04-16T17:50:03.787" v="187" actId="20577"/>
        <pc:sldMkLst>
          <pc:docMk/>
          <pc:sldMk cId="4266748471" sldId="256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50:03.787" v="187" actId="20577"/>
          <ac:spMkLst>
            <pc:docMk/>
            <pc:sldMk cId="4266748471" sldId="256"/>
            <ac:spMk id="3" creationId="{00000000-0000-0000-0000-000000000000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50:49.975" v="192" actId="20577"/>
        <pc:sldMkLst>
          <pc:docMk/>
          <pc:sldMk cId="2821042396" sldId="258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50:49.975" v="192" actId="20577"/>
          <ac:spMkLst>
            <pc:docMk/>
            <pc:sldMk cId="2821042396" sldId="258"/>
            <ac:spMk id="6" creationId="{9C563CF3-DB66-AE91-1E11-5375CEA53418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37:37.235" v="18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37:37.235" v="18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49:37.458" v="186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49:37.458" v="186" actId="20577"/>
          <ac:spMkLst>
            <pc:docMk/>
            <pc:sldMk cId="4277715946" sldId="266"/>
            <ac:spMk id="3" creationId="{B16EDAE8-623B-2069-98C3-C02F08C24F84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AB751600-8D69-409D-BDC3-00C26BC9A01F}"/>
    <pc:docChg chg="addSld modSld sldOrd">
      <pc:chgData name="Rózsavölgyi Zétény István" userId="S::rozsavolgyi.zeteny_2021d@bolyai-szakkozep.hu::96703aa4-64c5-4720-be21-16519e0bcb32" providerId="AD" clId="Web-{AB751600-8D69-409D-BDC3-00C26BC9A01F}" dt="2026-04-16T16:14:10.588" v="283" actId="20577"/>
      <pc:docMkLst>
        <pc:docMk/>
      </pc:docMkLst>
      <pc:sldChg chg="modSp">
        <pc:chgData name="Rózsavölgyi Zétény István" userId="S::rozsavolgyi.zeteny_2021d@bolyai-szakkozep.hu::96703aa4-64c5-4720-be21-16519e0bcb32" providerId="AD" clId="Web-{AB751600-8D69-409D-BDC3-00C26BC9A01F}" dt="2026-04-16T16:14:10.588" v="283" actId="20577"/>
        <pc:sldMkLst>
          <pc:docMk/>
          <pc:sldMk cId="4083677727" sldId="260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6:14:10.588" v="283" actId="20577"/>
          <ac:spMkLst>
            <pc:docMk/>
            <pc:sldMk cId="4083677727" sldId="260"/>
            <ac:spMk id="3" creationId="{CFE15ED4-B9D6-F268-5BD2-CEF69E4874E9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2:37.692" v="263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2:37.692" v="263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1:22.144" v="261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1:22.144" v="261" actId="20577"/>
          <ac:spMkLst>
            <pc:docMk/>
            <pc:sldMk cId="4277715946" sldId="266"/>
            <ac:spMk id="3" creationId="{B16EDAE8-623B-2069-98C3-C02F08C24F84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6:29.570" v="275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6:29.570" v="275" actId="20577"/>
          <ac:spMkLst>
            <pc:docMk/>
            <pc:sldMk cId="2666932677" sldId="269"/>
            <ac:spMk id="3" creationId="{030ED283-A6F7-85CE-25BF-E79FD21F9381}"/>
          </ac:spMkLst>
        </pc:spChg>
      </pc:sldChg>
      <pc:sldChg chg="modSp add ord replId">
        <pc:chgData name="Rózsavölgyi Zétény István" userId="S::rozsavolgyi.zeteny_2021d@bolyai-szakkozep.hu::96703aa4-64c5-4720-be21-16519e0bcb32" providerId="AD" clId="Web-{AB751600-8D69-409D-BDC3-00C26BC9A01F}" dt="2026-04-16T14:59:28.466" v="64" actId="20577"/>
        <pc:sldMkLst>
          <pc:docMk/>
          <pc:sldMk cId="946313735" sldId="270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4:58:39.777" v="2" actId="20577"/>
          <ac:spMkLst>
            <pc:docMk/>
            <pc:sldMk cId="946313735" sldId="270"/>
            <ac:spMk id="2" creationId="{3DABC464-B5CD-B3F4-311B-971C6115611E}"/>
          </ac:spMkLst>
        </pc:spChg>
        <pc:spChg chg="mod">
          <ac:chgData name="Rózsavölgyi Zétény István" userId="S::rozsavolgyi.zeteny_2021d@bolyai-szakkozep.hu::96703aa4-64c5-4720-be21-16519e0bcb32" providerId="AD" clId="Web-{AB751600-8D69-409D-BDC3-00C26BC9A01F}" dt="2026-04-16T14:59:28.466" v="64" actId="20577"/>
          <ac:spMkLst>
            <pc:docMk/>
            <pc:sldMk cId="946313735" sldId="270"/>
            <ac:spMk id="3" creationId="{0FFF29BB-4022-A321-DDF2-EA1F7E3EB0AD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2A0D9014-AD4D-4827-A9B6-69A1BA66A48B}"/>
    <pc:docChg chg="delSld modSld modMainMaster">
      <pc:chgData name="Rózsavölgyi Zétény István" userId="S::rozsavolgyi.zeteny_2021d@bolyai-szakkozep.hu::96703aa4-64c5-4720-be21-16519e0bcb32" providerId="AD" clId="Web-{2A0D9014-AD4D-4827-A9B6-69A1BA66A48B}" dt="2026-04-16T17:21:22.655" v="179" actId="20577"/>
      <pc:docMkLst>
        <pc:docMk/>
      </pc:docMkLst>
      <pc:sldChg chg="addSp delSp modSp">
        <pc:chgData name="Rózsavölgyi Zétény István" userId="S::rozsavolgyi.zeteny_2021d@bolyai-szakkozep.hu::96703aa4-64c5-4720-be21-16519e0bcb32" providerId="AD" clId="Web-{2A0D9014-AD4D-4827-A9B6-69A1BA66A48B}" dt="2026-04-16T16:55:04.914" v="168" actId="20577"/>
        <pc:sldMkLst>
          <pc:docMk/>
          <pc:sldMk cId="2694615640" sldId="257"/>
        </pc:sldMkLst>
        <pc:spChg chg="add mod">
          <ac:chgData name="Rózsavölgyi Zétény István" userId="S::rozsavolgyi.zeteny_2021d@bolyai-szakkozep.hu::96703aa4-64c5-4720-be21-16519e0bcb32" providerId="AD" clId="Web-{2A0D9014-AD4D-4827-A9B6-69A1BA66A48B}" dt="2026-04-16T16:55:04.914" v="168" actId="20577"/>
          <ac:spMkLst>
            <pc:docMk/>
            <pc:sldMk cId="2694615640" sldId="257"/>
            <ac:spMk id="6" creationId="{F9F55853-57AF-A2CA-0FA9-E26FDD75694E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10.524" v="171" actId="20577"/>
        <pc:sldMkLst>
          <pc:docMk/>
          <pc:sldMk cId="2821042396" sldId="258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10.524" v="171" actId="20577"/>
          <ac:spMkLst>
            <pc:docMk/>
            <pc:sldMk cId="2821042396" sldId="258"/>
            <ac:spMk id="7" creationId="{05F19B34-8D5E-E264-3C69-F7054167E64D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15.743" v="173" actId="20577"/>
        <pc:sldMkLst>
          <pc:docMk/>
          <pc:sldMk cId="2221778511" sldId="259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15.743" v="173" actId="20577"/>
          <ac:spMkLst>
            <pc:docMk/>
            <pc:sldMk cId="2221778511" sldId="259"/>
            <ac:spMk id="6" creationId="{2A4D666B-7BBE-E923-0804-032B17FD326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22:26.733" v="12" actId="20577"/>
        <pc:sldMkLst>
          <pc:docMk/>
          <pc:sldMk cId="4083677727" sldId="260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2:26.733" v="12" actId="20577"/>
          <ac:spMkLst>
            <pc:docMk/>
            <pc:sldMk cId="4083677727" sldId="260"/>
            <ac:spMk id="8" creationId="{E58C6826-17BA-10BE-A95D-77B6896D6F88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7:21:22.655" v="179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3:50.612" v="164" actId="20577"/>
          <ac:spMkLst>
            <pc:docMk/>
            <pc:sldMk cId="222438003" sldId="261"/>
            <ac:spMk id="3" creationId="{23EF8601-7D99-8C12-D713-238159E0DE53}"/>
          </ac:spMkLst>
        </pc:spChg>
        <pc:spChg chg="mod">
          <ac:chgData name="Rózsavölgyi Zétény István" userId="S::rozsavolgyi.zeteny_2021d@bolyai-szakkozep.hu::96703aa4-64c5-4720-be21-16519e0bcb32" providerId="AD" clId="Web-{2A0D9014-AD4D-4827-A9B6-69A1BA66A48B}" dt="2026-04-16T17:21:22.655" v="179" actId="20577"/>
          <ac:spMkLst>
            <pc:docMk/>
            <pc:sldMk cId="222438003" sldId="261"/>
            <ac:spMk id="4" creationId="{0D442055-D4F6-5392-F4A6-278B95D7957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22:53.126" v="20" actId="20577"/>
        <pc:sldMkLst>
          <pc:docMk/>
          <pc:sldMk cId="2115854763" sldId="262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2:53.126" v="20" actId="20577"/>
          <ac:spMkLst>
            <pc:docMk/>
            <pc:sldMk cId="2115854763" sldId="262"/>
            <ac:spMk id="3" creationId="{FD7C0BD2-9BB9-8010-50AD-99585CD0219F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42:59.029" v="157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42:59.029" v="157" actId="20577"/>
          <ac:spMkLst>
            <pc:docMk/>
            <pc:sldMk cId="4277715946" sldId="266"/>
            <ac:spMk id="3" creationId="{B16EDAE8-623B-2069-98C3-C02F08C24F84}"/>
          </ac:spMkLst>
        </pc:spChg>
        <pc:spChg chg="mod">
          <ac:chgData name="Rózsavölgyi Zétény István" userId="S::rozsavolgyi.zeteny_2021d@bolyai-szakkozep.hu::96703aa4-64c5-4720-be21-16519e0bcb32" providerId="AD" clId="Web-{2A0D9014-AD4D-4827-A9B6-69A1BA66A48B}" dt="2026-04-16T16:22:22.920" v="10" actId="20577"/>
          <ac:spMkLst>
            <pc:docMk/>
            <pc:sldMk cId="4277715946" sldId="266"/>
            <ac:spMk id="4" creationId="{CC48CDA8-D6D0-25D5-00FB-FC79623EF78D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20.134" v="175" actId="20577"/>
        <pc:sldMkLst>
          <pc:docMk/>
          <pc:sldMk cId="2804775517" sldId="268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20.134" v="175" actId="20577"/>
          <ac:spMkLst>
            <pc:docMk/>
            <pc:sldMk cId="2804775517" sldId="268"/>
            <ac:spMk id="3" creationId="{B012F452-9F31-0C6A-F8FE-E3D7E24B202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7:20:53.263" v="177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7:20:53.263" v="177" actId="20577"/>
          <ac:spMkLst>
            <pc:docMk/>
            <pc:sldMk cId="2666932677" sldId="269"/>
            <ac:spMk id="4" creationId="{70E3494D-468E-113F-0677-47E0629798F0}"/>
          </ac:spMkLst>
        </pc:spChg>
      </pc:sldChg>
      <pc:sldMasterChg chg="mod modSldLayout">
        <pc:chgData name="Rózsavölgyi Zétény István" userId="S::rozsavolgyi.zeteny_2021d@bolyai-szakkozep.hu::96703aa4-64c5-4720-be21-16519e0bcb32" providerId="AD" clId="Web-{2A0D9014-AD4D-4827-A9B6-69A1BA66A48B}" dt="2026-04-16T16:21:30.835" v="2"/>
        <pc:sldMasterMkLst>
          <pc:docMk/>
          <pc:sldMasterMk cId="798062927" sldId="2147483648"/>
        </pc:sldMasterMkLst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331746569" sldId="2147483649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810502996" sldId="2147483650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356358126" sldId="2147483651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24695496" sldId="2147483652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429168541" sldId="2147483653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997832783" sldId="2147483654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078127673" sldId="2147483655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2903084306" sldId="2147483656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883066043" sldId="2147483657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663091269" sldId="2147483658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772255771" sldId="2147483659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Nagy Bálint Zsombor" userId="S::nagy.balint_2021d@bolyai-szakkozep.hu::905a9c69-1ef6-4afa-ac88-9a47185e49ce" providerId="AD" clId="Web-{71415AC6-6290-4818-B7D0-0CC5E5A626FF}"/>
    <pc:docChg chg="mod delSld modSld modMainMaster">
      <pc:chgData name="Nagy Bálint Zsombor" userId="S::nagy.balint_2021d@bolyai-szakkozep.hu::905a9c69-1ef6-4afa-ac88-9a47185e49ce" providerId="AD" clId="Web-{71415AC6-6290-4818-B7D0-0CC5E5A626FF}" dt="2026-04-16T07:08:59.791" v="98"/>
      <pc:docMkLst>
        <pc:docMk/>
      </pc:docMkLst>
      <pc:sldChg chg="modSp">
        <pc:chgData name="Nagy Bálint Zsombor" userId="S::nagy.balint_2021d@bolyai-szakkozep.hu::905a9c69-1ef6-4afa-ac88-9a47185e49ce" providerId="AD" clId="Web-{71415AC6-6290-4818-B7D0-0CC5E5A626FF}" dt="2026-04-16T06:50:20.200" v="0"/>
        <pc:sldMkLst>
          <pc:docMk/>
          <pc:sldMk cId="4266748471" sldId="256"/>
        </pc:sldMkLst>
        <pc:spChg chg="mod">
          <ac:chgData name="Nagy Bálint Zsombor" userId="S::nagy.balint_2021d@bolyai-szakkozep.hu::905a9c69-1ef6-4afa-ac88-9a47185e49ce" providerId="AD" clId="Web-{71415AC6-6290-4818-B7D0-0CC5E5A626FF}" dt="2026-04-16T06:50:20.200" v="0"/>
          <ac:spMkLst>
            <pc:docMk/>
            <pc:sldMk cId="4266748471" sldId="256"/>
            <ac:spMk id="4" creationId="{DAE81AB8-227D-A16D-AFD8-0BF798BB6E83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59.791" v="98"/>
        <pc:sldMkLst>
          <pc:docMk/>
          <pc:sldMk cId="2694615640" sldId="257"/>
        </pc:sldMkLst>
        <pc:spChg chg="mod">
          <ac:chgData name="Nagy Bálint Zsombor" userId="S::nagy.balint_2021d@bolyai-szakkozep.hu::905a9c69-1ef6-4afa-ac88-9a47185e49ce" providerId="AD" clId="Web-{71415AC6-6290-4818-B7D0-0CC5E5A626FF}" dt="2026-04-16T07:08:59.791" v="98"/>
          <ac:spMkLst>
            <pc:docMk/>
            <pc:sldMk cId="2694615640" sldId="257"/>
            <ac:spMk id="8" creationId="{2507AF1C-A80A-B4FE-8FF1-9FC275957BEB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55.197" v="97"/>
        <pc:sldMkLst>
          <pc:docMk/>
          <pc:sldMk cId="2821042396" sldId="258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27.809" v="86" actId="20577"/>
          <ac:spMkLst>
            <pc:docMk/>
            <pc:sldMk cId="2821042396" sldId="258"/>
            <ac:spMk id="7" creationId="{05F19B34-8D5E-E264-3C69-F7054167E64D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55.197" v="97"/>
          <ac:spMkLst>
            <pc:docMk/>
            <pc:sldMk cId="2821042396" sldId="258"/>
            <ac:spMk id="8" creationId="{FAC3AC68-C0F3-F0DC-2653-AE66738BFDFC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6:50:45.187" v="4" actId="20577"/>
          <ac:spMkLst>
            <pc:docMk/>
            <pc:sldMk cId="2821042396" sldId="258"/>
            <ac:spMk id="11" creationId="{F8EB338E-819C-78DB-E3C8-09A26D34E4CE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9.650" v="96"/>
        <pc:sldMkLst>
          <pc:docMk/>
          <pc:sldMk cId="2221778511" sldId="259"/>
        </pc:sldMkLst>
        <pc:spChg chg="mod">
          <ac:chgData name="Nagy Bálint Zsombor" userId="S::nagy.balint_2021d@bolyai-szakkozep.hu::905a9c69-1ef6-4afa-ac88-9a47185e49ce" providerId="AD" clId="Web-{71415AC6-6290-4818-B7D0-0CC5E5A626FF}" dt="2026-04-16T07:08:49.650" v="96"/>
          <ac:spMkLst>
            <pc:docMk/>
            <pc:sldMk cId="2221778511" sldId="259"/>
            <ac:spMk id="5" creationId="{74E6EAAE-A36E-053A-6FEA-12146598583D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1:22.511" v="85" actId="20577"/>
          <ac:spMkLst>
            <pc:docMk/>
            <pc:sldMk cId="2221778511" sldId="259"/>
            <ac:spMk id="6" creationId="{2A4D666B-7BBE-E923-0804-032B17FD3263}"/>
          </ac:spMkLst>
        </pc:spChg>
        <pc:picChg chg="add mod">
          <ac:chgData name="Nagy Bálint Zsombor" userId="S::nagy.balint_2021d@bolyai-szakkozep.hu::905a9c69-1ef6-4afa-ac88-9a47185e49ce" providerId="AD" clId="Web-{71415AC6-6290-4818-B7D0-0CC5E5A626FF}" dt="2026-04-16T06:51:37.754" v="7" actId="1076"/>
          <ac:picMkLst>
            <pc:docMk/>
            <pc:sldMk cId="2221778511" sldId="259"/>
            <ac:picMk id="4" creationId="{1998721D-82FE-99C4-1E01-918ADC308364}"/>
          </ac:picMkLst>
        </pc:pic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34.524" v="93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71415AC6-6290-4818-B7D0-0CC5E5A626FF}" dt="2026-04-16T06:53:53.934" v="21" actId="20577"/>
          <ac:spMkLst>
            <pc:docMk/>
            <pc:sldMk cId="4083677727" sldId="260"/>
            <ac:spMk id="2" creationId="{6F9FB276-B8C0-E8F1-246B-E1FE62BF477B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6:54:39.766" v="34" actId="20577"/>
          <ac:spMkLst>
            <pc:docMk/>
            <pc:sldMk cId="4083677727" sldId="260"/>
            <ac:spMk id="3" creationId="{CFE15ED4-B9D6-F268-5BD2-CEF69E4874E9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34.524" v="93"/>
          <ac:spMkLst>
            <pc:docMk/>
            <pc:sldMk cId="4083677727" sldId="260"/>
            <ac:spMk id="5" creationId="{D65223E1-C13B-929C-019D-41AD91D596F6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1:07.902" v="79" actId="20577"/>
          <ac:spMkLst>
            <pc:docMk/>
            <pc:sldMk cId="4083677727" sldId="260"/>
            <ac:spMk id="8" creationId="{E58C6826-17BA-10BE-A95D-77B6896D6F88}"/>
          </ac:spMkLst>
        </pc:spChg>
        <pc:picChg chg="mod">
          <ac:chgData name="Nagy Bálint Zsombor" userId="S::nagy.balint_2021d@bolyai-szakkozep.hu::905a9c69-1ef6-4afa-ac88-9a47185e49ce" providerId="AD" clId="Web-{71415AC6-6290-4818-B7D0-0CC5E5A626FF}" dt="2026-04-16T06:54:03.950" v="22" actId="1076"/>
          <ac:picMkLst>
            <pc:docMk/>
            <pc:sldMk cId="4083677727" sldId="260"/>
            <ac:picMk id="4" creationId="{69AB4E61-7F75-7600-4812-84CF2BE46D4E}"/>
          </ac:picMkLst>
        </pc:picChg>
        <pc:picChg chg="add mod">
          <ac:chgData name="Nagy Bálint Zsombor" userId="S::nagy.balint_2021d@bolyai-szakkozep.hu::905a9c69-1ef6-4afa-ac88-9a47185e49ce" providerId="AD" clId="Web-{71415AC6-6290-4818-B7D0-0CC5E5A626FF}" dt="2026-04-16T06:54:07.607" v="24" actId="1076"/>
          <ac:picMkLst>
            <pc:docMk/>
            <pc:sldMk cId="4083677727" sldId="260"/>
            <ac:picMk id="7" creationId="{A4A22CCE-05C8-3C30-6268-196F36FF393C}"/>
          </ac:picMkLst>
        </pc:pic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23.210" v="91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71415AC6-6290-4818-B7D0-0CC5E5A626FF}" dt="2026-04-16T06:52:21.851" v="18" actId="20577"/>
          <ac:spMkLst>
            <pc:docMk/>
            <pc:sldMk cId="222438003" sldId="261"/>
            <ac:spMk id="3" creationId="{23EF8601-7D99-8C12-D713-238159E0DE53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0:58.886" v="75" actId="20577"/>
          <ac:spMkLst>
            <pc:docMk/>
            <pc:sldMk cId="222438003" sldId="261"/>
            <ac:spMk id="4" creationId="{0D442055-D4F6-5392-F4A6-278B95D79573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23.210" v="91"/>
          <ac:spMkLst>
            <pc:docMk/>
            <pc:sldMk cId="222438003" sldId="261"/>
            <ac:spMk id="5" creationId="{856A9E73-C95E-CAFA-6917-FFB372EDFFC7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18.101" v="90"/>
        <pc:sldMkLst>
          <pc:docMk/>
          <pc:sldMk cId="2115854763" sldId="262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0:51.245" v="72" actId="20577"/>
          <ac:spMkLst>
            <pc:docMk/>
            <pc:sldMk cId="2115854763" sldId="262"/>
            <ac:spMk id="3" creationId="{FD7C0BD2-9BB9-8010-50AD-99585CD0219F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18.101" v="90"/>
          <ac:spMkLst>
            <pc:docMk/>
            <pc:sldMk cId="2115854763" sldId="262"/>
            <ac:spMk id="4" creationId="{FA0F11D9-9D82-78AF-BBE1-B1260048A784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0.415" v="94"/>
        <pc:sldMkLst>
          <pc:docMk/>
          <pc:sldMk cId="4277715946" sldId="266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11.699" v="81" actId="20577"/>
          <ac:spMkLst>
            <pc:docMk/>
            <pc:sldMk cId="4277715946" sldId="266"/>
            <ac:spMk id="4" creationId="{CC48CDA8-D6D0-25D5-00FB-FC79623EF78D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40.415" v="94"/>
          <ac:spMkLst>
            <pc:docMk/>
            <pc:sldMk cId="4277715946" sldId="266"/>
            <ac:spMk id="5" creationId="{64376DE8-FD19-9D36-70A3-4E6D481F7A3C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4.853" v="95"/>
        <pc:sldMkLst>
          <pc:docMk/>
          <pc:sldMk cId="2804775517" sldId="268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16.418" v="83" actId="20577"/>
          <ac:spMkLst>
            <pc:docMk/>
            <pc:sldMk cId="2804775517" sldId="268"/>
            <ac:spMk id="3" creationId="{B012F452-9F31-0C6A-F8FE-E3D7E24B2023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44.853" v="95"/>
          <ac:spMkLst>
            <pc:docMk/>
            <pc:sldMk cId="2804775517" sldId="268"/>
            <ac:spMk id="5" creationId="{5D25E594-8D0F-7304-ECDA-AC94E5592437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13.006" v="89"/>
        <pc:sldMkLst>
          <pc:docMk/>
          <pc:sldMk cId="2666932677" sldId="269"/>
        </pc:sldMkLst>
        <pc:spChg chg="mod">
          <ac:chgData name="Nagy Bálint Zsombor" userId="S::nagy.balint_2021d@bolyai-szakkozep.hu::905a9c69-1ef6-4afa-ac88-9a47185e49ce" providerId="AD" clId="Web-{71415AC6-6290-4818-B7D0-0CC5E5A626FF}" dt="2026-04-16T06:52:04.568" v="17" actId="20577"/>
          <ac:spMkLst>
            <pc:docMk/>
            <pc:sldMk cId="2666932677" sldId="269"/>
            <ac:spMk id="3" creationId="{030ED283-A6F7-85CE-25BF-E79FD21F9381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6:58:38.398" v="45"/>
          <ac:spMkLst>
            <pc:docMk/>
            <pc:sldMk cId="2666932677" sldId="269"/>
            <ac:spMk id="4" creationId="{70E3494D-468E-113F-0677-47E0629798F0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13.006" v="89"/>
          <ac:spMkLst>
            <pc:docMk/>
            <pc:sldMk cId="2666932677" sldId="269"/>
            <ac:spMk id="5" creationId="{14AE574F-9850-E9A1-B83C-3B33E9648EFA}"/>
          </ac:spMkLst>
        </pc:spChg>
      </pc:sldChg>
      <pc:sldMasterChg chg="mod modSldLayout">
        <pc:chgData name="Nagy Bálint Zsombor" userId="S::nagy.balint_2021d@bolyai-szakkozep.hu::905a9c69-1ef6-4afa-ac88-9a47185e49ce" providerId="AD" clId="Web-{71415AC6-6290-4818-B7D0-0CC5E5A626FF}" dt="2026-04-16T06:58:47.695" v="47"/>
        <pc:sldMasterMkLst>
          <pc:docMk/>
          <pc:sldMasterMk cId="798062927" sldId="2147483648"/>
        </pc:sldMasterMkLst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331746569" sldId="2147483649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810502996" sldId="2147483650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356358126" sldId="2147483651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24695496" sldId="2147483652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429168541" sldId="2147483653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997832783" sldId="2147483654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078127673" sldId="2147483655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2903084306" sldId="2147483656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883066043" sldId="2147483657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663091269" sldId="2147483658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772255771" sldId="2147483659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Vendégfelhasználó" userId="S::urn:spo:tenantanon#05b91998-ecda-4ae1-9e83-9bc5d7977c89::" providerId="AD" clId="Web-{32B936D2-91FB-3C70-B273-03C47AD90E55}"/>
    <pc:docChg chg="addSld delSld modSld sldOrd">
      <pc:chgData name="Vendégfelhasználó" userId="S::urn:spo:tenantanon#05b91998-ecda-4ae1-9e83-9bc5d7977c89::" providerId="AD" clId="Web-{32B936D2-91FB-3C70-B273-03C47AD90E55}" dt="2026-04-15T17:17:14.763" v="1140"/>
      <pc:docMkLst>
        <pc:docMk/>
      </pc:docMkLst>
      <pc:sldChg chg="modSp">
        <pc:chgData name="Vendégfelhasználó" userId="S::urn:spo:tenantanon#05b91998-ecda-4ae1-9e83-9bc5d7977c89::" providerId="AD" clId="Web-{32B936D2-91FB-3C70-B273-03C47AD90E55}" dt="2026-04-15T16:52:49.133" v="1052" actId="20577"/>
        <pc:sldMkLst>
          <pc:docMk/>
          <pc:sldMk cId="2694615640" sldId="257"/>
        </pc:sldMkLst>
        <pc:spChg chg="mod">
          <ac:chgData name="Vendégfelhasználó" userId="S::urn:spo:tenantanon#05b91998-ecda-4ae1-9e83-9bc5d7977c89::" providerId="AD" clId="Web-{32B936D2-91FB-3C70-B273-03C47AD90E55}" dt="2026-04-15T16:51:42.601" v="1048" actId="20577"/>
          <ac:spMkLst>
            <pc:docMk/>
            <pc:sldMk cId="2694615640" sldId="257"/>
            <ac:spMk id="2" creationId="{83DA7205-CC73-2086-BB82-DFC088E82CB5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5:17.827" v="743" actId="20577"/>
          <ac:spMkLst>
            <pc:docMk/>
            <pc:sldMk cId="2694615640" sldId="257"/>
            <ac:spMk id="3" creationId="{471B5EA3-C52B-255B-92B7-33EF48BB473C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9:30.376" v="915" actId="20577"/>
          <ac:spMkLst>
            <pc:docMk/>
            <pc:sldMk cId="2694615640" sldId="257"/>
            <ac:spMk id="4" creationId="{FE10A102-9E48-C97E-61A7-D7706EDB6FCE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52:49.133" v="1052" actId="20577"/>
          <ac:spMkLst>
            <pc:docMk/>
            <pc:sldMk cId="2694615640" sldId="257"/>
            <ac:spMk id="10" creationId="{0FAB1738-43F5-11B3-071B-E83CAB4D46BC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3:07.022" v="722" actId="20577"/>
          <ac:spMkLst>
            <pc:docMk/>
            <pc:sldMk cId="2694615640" sldId="257"/>
            <ac:spMk id="12" creationId="{64AD25C8-EA84-5FA6-3A57-39CDE0E7D766}"/>
          </ac:spMkLst>
        </pc:spChg>
      </pc:sldChg>
      <pc:sldChg chg="modSp">
        <pc:chgData name="Vendégfelhasználó" userId="S::urn:spo:tenantanon#05b91998-ecda-4ae1-9e83-9bc5d7977c89::" providerId="AD" clId="Web-{32B936D2-91FB-3C70-B273-03C47AD90E55}" dt="2026-04-15T16:52:31.445" v="1051" actId="20577"/>
        <pc:sldMkLst>
          <pc:docMk/>
          <pc:sldMk cId="2821042396" sldId="258"/>
        </pc:sldMkLst>
        <pc:spChg chg="mod">
          <ac:chgData name="Vendégfelhasználó" userId="S::urn:spo:tenantanon#05b91998-ecda-4ae1-9e83-9bc5d7977c89::" providerId="AD" clId="Web-{32B936D2-91FB-3C70-B273-03C47AD90E55}" dt="2026-04-15T16:52:31.445" v="1051" actId="20577"/>
          <ac:spMkLst>
            <pc:docMk/>
            <pc:sldMk cId="2821042396" sldId="258"/>
            <ac:spMk id="4" creationId="{63F7A764-22EE-8B76-7237-AEEB58C03C08}"/>
          </ac:spMkLst>
        </pc:spChg>
      </pc:sldChg>
      <pc:sldChg chg="modSp">
        <pc:chgData name="Vendégfelhasználó" userId="S::urn:spo:tenantanon#05b91998-ecda-4ae1-9e83-9bc5d7977c89::" providerId="AD" clId="Web-{32B936D2-91FB-3C70-B273-03C47AD90E55}" dt="2026-04-15T17:10:39.287" v="1126" actId="20577"/>
        <pc:sldMkLst>
          <pc:docMk/>
          <pc:sldMk cId="2221778511" sldId="259"/>
        </pc:sldMkLst>
        <pc:spChg chg="mod">
          <ac:chgData name="Vendégfelhasználó" userId="S::urn:spo:tenantanon#05b91998-ecda-4ae1-9e83-9bc5d7977c89::" providerId="AD" clId="Web-{32B936D2-91FB-3C70-B273-03C47AD90E55}" dt="2026-04-15T16:20:33.339" v="232" actId="20577"/>
          <ac:spMkLst>
            <pc:docMk/>
            <pc:sldMk cId="2221778511" sldId="259"/>
            <ac:spMk id="2" creationId="{FA833119-4F62-1878-EDE9-EB65DF1E6A44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10:39.287" v="1126" actId="20577"/>
          <ac:spMkLst>
            <pc:docMk/>
            <pc:sldMk cId="2221778511" sldId="259"/>
            <ac:spMk id="3" creationId="{1FF7F2D7-9C75-51B6-6FE9-714A61DA188E}"/>
          </ac:spMkLst>
        </pc:spChg>
        <pc:picChg chg="mod">
          <ac:chgData name="Vendégfelhasználó" userId="S::urn:spo:tenantanon#05b91998-ecda-4ae1-9e83-9bc5d7977c89::" providerId="AD" clId="Web-{32B936D2-91FB-3C70-B273-03C47AD90E55}" dt="2026-04-15T17:10:28.459" v="1124" actId="1076"/>
          <ac:picMkLst>
            <pc:docMk/>
            <pc:sldMk cId="2221778511" sldId="259"/>
            <ac:picMk id="7" creationId="{77935D00-6341-4127-D9C8-7DBDAB1F2FDA}"/>
          </ac:picMkLst>
        </pc:picChg>
      </pc:sldChg>
      <pc:sldChg chg="addSp delSp modSp">
        <pc:chgData name="Vendégfelhasználó" userId="S::urn:spo:tenantanon#05b91998-ecda-4ae1-9e83-9bc5d7977c89::" providerId="AD" clId="Web-{32B936D2-91FB-3C70-B273-03C47AD90E55}" dt="2026-04-15T17:17:14.763" v="1140"/>
        <pc:sldMkLst>
          <pc:docMk/>
          <pc:sldMk cId="4083677727" sldId="260"/>
        </pc:sldMkLst>
        <pc:spChg chg="mod">
          <ac:chgData name="Vendégfelhasználó" userId="S::urn:spo:tenantanon#05b91998-ecda-4ae1-9e83-9bc5d7977c89::" providerId="AD" clId="Web-{32B936D2-91FB-3C70-B273-03C47AD90E55}" dt="2026-04-15T16:28:00.540" v="407" actId="20577"/>
          <ac:spMkLst>
            <pc:docMk/>
            <pc:sldMk cId="4083677727" sldId="260"/>
            <ac:spMk id="2" creationId="{6F9FB276-B8C0-E8F1-246B-E1FE62BF477B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07:06.624" v="1106" actId="14100"/>
          <ac:spMkLst>
            <pc:docMk/>
            <pc:sldMk cId="4083677727" sldId="260"/>
            <ac:spMk id="3" creationId="{CFE15ED4-B9D6-F268-5BD2-CEF69E4874E9}"/>
          </ac:spMkLst>
        </pc:spChg>
      </pc:sldChg>
      <pc:sldChg chg="addSp modSp">
        <pc:chgData name="Vendégfelhasználó" userId="S::urn:spo:tenantanon#05b91998-ecda-4ae1-9e83-9bc5d7977c89::" providerId="AD" clId="Web-{32B936D2-91FB-3C70-B273-03C47AD90E55}" dt="2026-04-15T16:59:35.531" v="1072" actId="1076"/>
        <pc:sldMkLst>
          <pc:docMk/>
          <pc:sldMk cId="222438003" sldId="261"/>
        </pc:sldMkLst>
        <pc:spChg chg="mod">
          <ac:chgData name="Vendégfelhasználó" userId="S::urn:spo:tenantanon#05b91998-ecda-4ae1-9e83-9bc5d7977c89::" providerId="AD" clId="Web-{32B936D2-91FB-3C70-B273-03C47AD90E55}" dt="2026-04-15T16:53:41.416" v="1055"/>
          <ac:spMkLst>
            <pc:docMk/>
            <pc:sldMk cId="222438003" sldId="261"/>
            <ac:spMk id="3" creationId="{23EF8601-7D99-8C12-D713-238159E0DE53}"/>
          </ac:spMkLst>
        </pc:spChg>
        <pc:picChg chg="add mod">
          <ac:chgData name="Vendégfelhasználó" userId="S::urn:spo:tenantanon#05b91998-ecda-4ae1-9e83-9bc5d7977c89::" providerId="AD" clId="Web-{32B936D2-91FB-3C70-B273-03C47AD90E55}" dt="2026-04-15T16:59:35.531" v="1072" actId="1076"/>
          <ac:picMkLst>
            <pc:docMk/>
            <pc:sldMk cId="222438003" sldId="261"/>
            <ac:picMk id="6" creationId="{057F8179-C4F0-7D71-4A84-60A72E833763}"/>
          </ac:picMkLst>
        </pc:picChg>
      </pc:sldChg>
      <pc:sldChg chg="modSp">
        <pc:chgData name="Vendégfelhasználó" userId="S::urn:spo:tenantanon#05b91998-ecda-4ae1-9e83-9bc5d7977c89::" providerId="AD" clId="Web-{32B936D2-91FB-3C70-B273-03C47AD90E55}" dt="2026-04-15T16:59:59.751" v="1073" actId="14100"/>
        <pc:sldMkLst>
          <pc:docMk/>
          <pc:sldMk cId="2115854763" sldId="262"/>
        </pc:sldMkLst>
      </pc:sldChg>
      <pc:sldChg chg="addSp delSp modSp add replId">
        <pc:chgData name="Vendégfelhasználó" userId="S::urn:spo:tenantanon#05b91998-ecda-4ae1-9e83-9bc5d7977c89::" providerId="AD" clId="Web-{32B936D2-91FB-3C70-B273-03C47AD90E55}" dt="2026-04-15T16:57:37.826" v="1067" actId="1076"/>
        <pc:sldMkLst>
          <pc:docMk/>
          <pc:sldMk cId="4277715946" sldId="266"/>
        </pc:sldMkLst>
        <pc:spChg chg="mod">
          <ac:chgData name="Vendégfelhasználó" userId="S::urn:spo:tenantanon#05b91998-ecda-4ae1-9e83-9bc5d7977c89::" providerId="AD" clId="Web-{32B936D2-91FB-3C70-B273-03C47AD90E55}" dt="2026-04-15T16:31:55.611" v="594" actId="20577"/>
          <ac:spMkLst>
            <pc:docMk/>
            <pc:sldMk cId="4277715946" sldId="266"/>
            <ac:spMk id="2" creationId="{FDC02235-01F6-45D5-BEF2-2BF0127E610B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53:20.478" v="1053"/>
          <ac:spMkLst>
            <pc:docMk/>
            <pc:sldMk cId="4277715946" sldId="266"/>
            <ac:spMk id="3" creationId="{B16EDAE8-623B-2069-98C3-C02F08C24F84}"/>
          </ac:spMkLst>
        </pc:spChg>
        <pc:picChg chg="add mod">
          <ac:chgData name="Vendégfelhasználó" userId="S::urn:spo:tenantanon#05b91998-ecda-4ae1-9e83-9bc5d7977c89::" providerId="AD" clId="Web-{32B936D2-91FB-3C70-B273-03C47AD90E55}" dt="2026-04-15T16:57:37.826" v="1067" actId="1076"/>
          <ac:picMkLst>
            <pc:docMk/>
            <pc:sldMk cId="4277715946" sldId="266"/>
            <ac:picMk id="6" creationId="{89704581-AF11-D9ED-B5C0-1F83F0DA7644}"/>
          </ac:picMkLst>
        </pc:picChg>
      </pc:sldChg>
      <pc:sldChg chg="modSp add ord replId">
        <pc:chgData name="Vendégfelhasználó" userId="S::urn:spo:tenantanon#05b91998-ecda-4ae1-9e83-9bc5d7977c89::" providerId="AD" clId="Web-{32B936D2-91FB-3C70-B273-03C47AD90E55}" dt="2026-04-15T17:08:26.002" v="1115" actId="20577"/>
        <pc:sldMkLst>
          <pc:docMk/>
          <pc:sldMk cId="2666932677" sldId="269"/>
        </pc:sldMkLst>
        <pc:spChg chg="mod">
          <ac:chgData name="Vendégfelhasználó" userId="S::urn:spo:tenantanon#05b91998-ecda-4ae1-9e83-9bc5d7977c89::" providerId="AD" clId="Web-{32B936D2-91FB-3C70-B273-03C47AD90E55}" dt="2026-04-15T17:03:01.716" v="1083" actId="20577"/>
          <ac:spMkLst>
            <pc:docMk/>
            <pc:sldMk cId="2666932677" sldId="269"/>
            <ac:spMk id="2" creationId="{61F0B405-5FED-C42D-1AA6-0118C3E497E4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08:26.002" v="1115" actId="20577"/>
          <ac:spMkLst>
            <pc:docMk/>
            <pc:sldMk cId="2666932677" sldId="269"/>
            <ac:spMk id="3" creationId="{030ED283-A6F7-85CE-25BF-E79FD21F9381}"/>
          </ac:spMkLst>
        </pc:spChg>
      </pc:sldChg>
    </pc:docChg>
  </pc:docChgLst>
  <pc:docChgLst>
    <pc:chgData name="Guest User" userId="S::urn:spo:tenantanon#05b91998-ecda-4ae1-9e83-9bc5d7977c89::" providerId="AD" clId="Web-{F384836B-F9C0-D4DD-F4B4-B861881223A5}"/>
    <pc:docChg chg="modSld">
      <pc:chgData name="Guest User" userId="S::urn:spo:tenantanon#05b91998-ecda-4ae1-9e83-9bc5d7977c89::" providerId="AD" clId="Web-{F384836B-F9C0-D4DD-F4B4-B861881223A5}" dt="2026-04-21T06:12:59.085" v="32" actId="20577"/>
      <pc:docMkLst>
        <pc:docMk/>
      </pc:docMkLst>
      <pc:sldChg chg="modSp">
        <pc:chgData name="Guest User" userId="S::urn:spo:tenantanon#05b91998-ecda-4ae1-9e83-9bc5d7977c89::" providerId="AD" clId="Web-{F384836B-F9C0-D4DD-F4B4-B861881223A5}" dt="2026-04-21T06:12:59.085" v="32" actId="20577"/>
        <pc:sldMkLst>
          <pc:docMk/>
          <pc:sldMk cId="222438003" sldId="261"/>
        </pc:sldMkLst>
        <pc:spChg chg="mod">
          <ac:chgData name="Guest User" userId="S::urn:spo:tenantanon#05b91998-ecda-4ae1-9e83-9bc5d7977c89::" providerId="AD" clId="Web-{F384836B-F9C0-D4DD-F4B4-B861881223A5}" dt="2026-04-21T06:12:19.194" v="27" actId="20577"/>
          <ac:spMkLst>
            <pc:docMk/>
            <pc:sldMk cId="222438003" sldId="261"/>
            <ac:spMk id="2" creationId="{AE51C29D-DEE3-399F-58DB-24DC22767ADF}"/>
          </ac:spMkLst>
        </pc:spChg>
        <pc:spChg chg="mod">
          <ac:chgData name="Guest User" userId="S::urn:spo:tenantanon#05b91998-ecda-4ae1-9e83-9bc5d7977c89::" providerId="AD" clId="Web-{F384836B-F9C0-D4DD-F4B4-B861881223A5}" dt="2026-04-21T06:12:59.085" v="32" actId="20577"/>
          <ac:spMkLst>
            <pc:docMk/>
            <pc:sldMk cId="222438003" sldId="261"/>
            <ac:spMk id="3" creationId="{23EF8601-7D99-8C12-D713-238159E0DE53}"/>
          </ac:spMkLst>
        </pc:spChg>
      </pc:sldChg>
    </pc:docChg>
  </pc:docChgLst>
  <pc:docChgLst>
    <pc:chgData name="Nagy Bálint Zsombor" userId="S::nagy.balint_2021d@bolyai-szakkozep.hu::905a9c69-1ef6-4afa-ac88-9a47185e49ce" providerId="AD" clId="Web-{03D63537-3047-4410-B591-7B575EAB55A6}"/>
    <pc:docChg chg="modSld">
      <pc:chgData name="Nagy Bálint Zsombor" userId="S::nagy.balint_2021d@bolyai-szakkozep.hu::905a9c69-1ef6-4afa-ac88-9a47185e49ce" providerId="AD" clId="Web-{03D63537-3047-4410-B591-7B575EAB55A6}" dt="2026-04-16T08:37:21.114" v="11" actId="20577"/>
      <pc:docMkLst>
        <pc:docMk/>
      </pc:docMkLst>
    </pc:docChg>
  </pc:docChgLst>
  <pc:docChgLst>
    <pc:chgData name="Nagy Bálint Zsombor" userId="S::nagy.balint_2021d@bolyai-szakkozep.hu::905a9c69-1ef6-4afa-ac88-9a47185e49ce" providerId="AD" clId="Web-{AB6CBD87-77E9-B79D-A902-3C3D04DE2AD5}"/>
    <pc:docChg chg="addSld delSld modSld">
      <pc:chgData name="Nagy Bálint Zsombor" userId="S::nagy.balint_2021d@bolyai-szakkozep.hu::905a9c69-1ef6-4afa-ac88-9a47185e49ce" providerId="AD" clId="Web-{AB6CBD87-77E9-B79D-A902-3C3D04DE2AD5}" dt="2026-04-16T17:50:21.974" v="169" actId="20577"/>
      <pc:docMkLst>
        <pc:docMk/>
      </pc:docMkLst>
      <pc:sldChg chg="addSp modSp">
        <pc:chgData name="Nagy Bálint Zsombor" userId="S::nagy.balint_2021d@bolyai-szakkozep.hu::905a9c69-1ef6-4afa-ac88-9a47185e49ce" providerId="AD" clId="Web-{AB6CBD87-77E9-B79D-A902-3C3D04DE2AD5}" dt="2026-04-16T17:22:13.130" v="88" actId="1076"/>
        <pc:sldMkLst>
          <pc:docMk/>
          <pc:sldMk cId="2694615640" sldId="257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2:13.130" v="88" actId="1076"/>
          <ac:cxnSpMkLst>
            <pc:docMk/>
            <pc:sldMk cId="2694615640" sldId="257"/>
            <ac:cxnSpMk id="7" creationId="{B6E80BEE-F7CC-755C-C65A-CDAE906DCD1E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50:21.974" v="169" actId="20577"/>
        <pc:sldMkLst>
          <pc:docMk/>
          <pc:sldMk cId="2821042396" sldId="258"/>
        </pc:sldMkLst>
        <pc:spChg chg="mod">
          <ac:chgData name="Nagy Bálint Zsombor" userId="S::nagy.balint_2021d@bolyai-szakkozep.hu::905a9c69-1ef6-4afa-ac88-9a47185e49ce" providerId="AD" clId="Web-{AB6CBD87-77E9-B79D-A902-3C3D04DE2AD5}" dt="2026-04-16T17:11:56.918" v="29" actId="20577"/>
          <ac:spMkLst>
            <pc:docMk/>
            <pc:sldMk cId="2821042396" sldId="258"/>
            <ac:spMk id="2" creationId="{75B5DE37-CC4F-A504-1412-4C0CE3FA0EC7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7:50:21.974" v="169" actId="20577"/>
          <ac:spMkLst>
            <pc:docMk/>
            <pc:sldMk cId="2821042396" sldId="258"/>
            <ac:spMk id="5" creationId="{B955F6C0-36F2-8240-4D0E-4105039C6235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1:54.675" v="86" actId="14100"/>
          <ac:cxnSpMkLst>
            <pc:docMk/>
            <pc:sldMk cId="2821042396" sldId="258"/>
            <ac:cxnSpMk id="10" creationId="{C9E0DC70-6FB5-07DF-30E7-8DDC592C9A0D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1:37.752" v="84" actId="14100"/>
        <pc:sldMkLst>
          <pc:docMk/>
          <pc:sldMk cId="2221778511" sldId="259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1:37.752" v="84" actId="14100"/>
          <ac:cxnSpMkLst>
            <pc:docMk/>
            <pc:sldMk cId="2221778511" sldId="259"/>
            <ac:cxnSpMk id="10" creationId="{DCC357EA-AE36-7681-273D-EB0D01F64D56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0:34.047" v="78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12.174" v="13" actId="20577"/>
          <ac:spMkLst>
            <pc:docMk/>
            <pc:sldMk cId="4083677727" sldId="260"/>
            <ac:spMk id="8" creationId="{E58C6826-17BA-10BE-A95D-77B6896D6F88}"/>
          </ac:spMkLst>
        </pc:spChg>
        <pc:cxnChg chg="add">
          <ac:chgData name="Nagy Bálint Zsombor" userId="S::nagy.balint_2021d@bolyai-szakkozep.hu::905a9c69-1ef6-4afa-ac88-9a47185e49ce" providerId="AD" clId="Web-{AB6CBD87-77E9-B79D-A902-3C3D04DE2AD5}" dt="2026-04-16T17:20:34.047" v="78"/>
          <ac:cxnSpMkLst>
            <pc:docMk/>
            <pc:sldMk cId="4083677727" sldId="260"/>
            <ac:cxnSpMk id="9" creationId="{BB059EAF-01E1-C932-198B-54FD40D9FF7F}"/>
          </ac:cxnSpMkLst>
        </pc:cxnChg>
      </pc:sldChg>
      <pc:sldChg chg="modSp">
        <pc:chgData name="Nagy Bálint Zsombor" userId="S::nagy.balint_2021d@bolyai-szakkozep.hu::905a9c69-1ef6-4afa-ac88-9a47185e49ce" providerId="AD" clId="Web-{AB6CBD87-77E9-B79D-A902-3C3D04DE2AD5}" dt="2026-04-16T17:15:26.194" v="33"/>
        <pc:sldMkLst>
          <pc:docMk/>
          <pc:sldMk cId="2115854763" sldId="262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37.315" v="26" actId="20577"/>
          <ac:spMkLst>
            <pc:docMk/>
            <pc:sldMk cId="2115854763" sldId="262"/>
            <ac:spMk id="3" creationId="{FD7C0BD2-9BB9-8010-50AD-99585CD0219F}"/>
          </ac:spMkLst>
        </pc:spChg>
        <pc:cxnChg chg="mod">
          <ac:chgData name="Nagy Bálint Zsombor" userId="S::nagy.balint_2021d@bolyai-szakkozep.hu::905a9c69-1ef6-4afa-ac88-9a47185e49ce" providerId="AD" clId="Web-{AB6CBD87-77E9-B79D-A902-3C3D04DE2AD5}" dt="2026-04-16T17:15:26.194" v="33"/>
          <ac:cxnSpMkLst>
            <pc:docMk/>
            <pc:sldMk cId="2115854763" sldId="262"/>
            <ac:cxnSpMk id="6" creationId="{23EA089D-7E9D-0FF2-FF23-D12269BDFBF6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47:29.938" v="168" actId="20577"/>
        <pc:sldMkLst>
          <pc:docMk/>
          <pc:sldMk cId="4277715946" sldId="266"/>
        </pc:sldMkLst>
        <pc:spChg chg="mod">
          <ac:chgData name="Nagy Bálint Zsombor" userId="S::nagy.balint_2021d@bolyai-szakkozep.hu::905a9c69-1ef6-4afa-ac88-9a47185e49ce" providerId="AD" clId="Web-{AB6CBD87-77E9-B79D-A902-3C3D04DE2AD5}" dt="2026-04-16T17:47:29.938" v="168" actId="20577"/>
          <ac:spMkLst>
            <pc:docMk/>
            <pc:sldMk cId="4277715946" sldId="266"/>
            <ac:spMk id="3" creationId="{B16EDAE8-623B-2069-98C3-C02F08C24F84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6:55:07.565" v="11" actId="20577"/>
          <ac:spMkLst>
            <pc:docMk/>
            <pc:sldMk cId="4277715946" sldId="266"/>
            <ac:spMk id="4" creationId="{CC48CDA8-D6D0-25D5-00FB-FC79623EF78D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1:03.157" v="80" actId="14100"/>
          <ac:cxnSpMkLst>
            <pc:docMk/>
            <pc:sldMk cId="4277715946" sldId="266"/>
            <ac:cxnSpMk id="8" creationId="{462F6303-FC33-1E65-8455-5984AB88DD59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1:21.236" v="82" actId="14100"/>
        <pc:sldMkLst>
          <pc:docMk/>
          <pc:sldMk cId="2804775517" sldId="268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1:21.236" v="82" actId="14100"/>
          <ac:cxnSpMkLst>
            <pc:docMk/>
            <pc:sldMk cId="2804775517" sldId="268"/>
            <ac:cxnSpMk id="6" creationId="{BF73ACAA-D667-3C65-0722-E9A35695FD83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0:15.984" v="77" actId="1076"/>
        <pc:sldMkLst>
          <pc:docMk/>
          <pc:sldMk cId="946313735" sldId="270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16.940" v="16" actId="20577"/>
          <ac:spMkLst>
            <pc:docMk/>
            <pc:sldMk cId="946313735" sldId="270"/>
            <ac:spMk id="4" creationId="{0E8D2D94-9922-06F3-1B98-A1B2907A57D3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0:15.984" v="77" actId="1076"/>
          <ac:cxnSpMkLst>
            <pc:docMk/>
            <pc:sldMk cId="946313735" sldId="270"/>
            <ac:cxnSpMk id="7" creationId="{58226D11-2585-997B-CC0C-DDD9EF378580}"/>
          </ac:cxnSpMkLst>
        </pc:cxnChg>
      </pc:sldChg>
    </pc:docChg>
  </pc:docChgLst>
  <pc:docChgLst>
    <pc:chgData name="Nagy Bálint Zsombor" userId="S::nagy.balint_2021d@bolyai-szakkozep.hu::905a9c69-1ef6-4afa-ac88-9a47185e49ce" providerId="AD" clId="Web-{E3223B8C-561B-40C8-93CF-18EE6598FA32}"/>
    <pc:docChg chg="modSld">
      <pc:chgData name="Nagy Bálint Zsombor" userId="S::nagy.balint_2021d@bolyai-szakkozep.hu::905a9c69-1ef6-4afa-ac88-9a47185e49ce" providerId="AD" clId="Web-{E3223B8C-561B-40C8-93CF-18EE6598FA32}" dt="2026-04-21T06:08:21.815" v="1" actId="20577"/>
      <pc:docMkLst>
        <pc:docMk/>
      </pc:docMkLst>
      <pc:sldChg chg="modSp">
        <pc:chgData name="Nagy Bálint Zsombor" userId="S::nagy.balint_2021d@bolyai-szakkozep.hu::905a9c69-1ef6-4afa-ac88-9a47185e49ce" providerId="AD" clId="Web-{E3223B8C-561B-40C8-93CF-18EE6598FA32}" dt="2026-04-21T06:08:21.815" v="1" actId="20577"/>
        <pc:sldMkLst>
          <pc:docMk/>
          <pc:sldMk cId="2821042396" sldId="258"/>
        </pc:sldMkLst>
        <pc:spChg chg="mod">
          <ac:chgData name="Nagy Bálint Zsombor" userId="S::nagy.balint_2021d@bolyai-szakkozep.hu::905a9c69-1ef6-4afa-ac88-9a47185e49ce" providerId="AD" clId="Web-{E3223B8C-561B-40C8-93CF-18EE6598FA32}" dt="2026-04-21T06:08:21.815" v="1" actId="20577"/>
          <ac:spMkLst>
            <pc:docMk/>
            <pc:sldMk cId="2821042396" sldId="258"/>
            <ac:spMk id="4" creationId="{63F7A764-22EE-8B76-7237-AEEB58C03C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82EBA-5EAA-426B-9154-0AEBEBD76BA4}" type="datetimeFigureOut">
              <a:t>2026. 04. 21.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D4B5A-5D35-4A6E-A935-703AFA93712D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92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25220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http.ca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github.com/szilasii/13c_2cso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kingsoftware.com/wp-content/uploads/2024/02/TypeScript.png" TargetMode="External"/><Relationship Id="rId3" Type="http://schemas.openxmlformats.org/officeDocument/2006/relationships/hyperlink" Target="https://commons.wikimedia.org/wiki/File:Database-mysql.svg" TargetMode="External"/><Relationship Id="rId7" Type="http://schemas.openxmlformats.org/officeDocument/2006/relationships/hyperlink" Target="https://www.flaticon.com/free-icon/smartphone_3437364?term=mobile&amp;page=1&amp;position=5&amp;origin=search&amp;related_id=3437364" TargetMode="External"/><Relationship Id="rId2" Type="http://schemas.openxmlformats.org/officeDocument/2006/relationships/hyperlink" Target="https://bolyai-bp.edu.hu/wp-content/uploads/2021/12/bolyai_logo_technikum_vektoros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tp.cat/status/500" TargetMode="External"/><Relationship Id="rId11" Type="http://schemas.openxmlformats.org/officeDocument/2006/relationships/hyperlink" Target="https://www.flaticon.com/free-icon/flag_10600891?term=hungarian+flag&amp;page=1&amp;position=2&amp;origin=search&amp;related_id=10600891" TargetMode="External"/><Relationship Id="rId5" Type="http://schemas.openxmlformats.org/officeDocument/2006/relationships/hyperlink" Target="https://en.wikipedia.org/wiki/GitHub" TargetMode="External"/><Relationship Id="rId10" Type="http://schemas.openxmlformats.org/officeDocument/2006/relationships/hyperlink" Target="https://www.flaticon.com/free-icon/united-kingdom_197374?term=english+flag&amp;page=1&amp;position=1&amp;origin=search&amp;related_id=197374" TargetMode="External"/><Relationship Id="rId4" Type="http://schemas.openxmlformats.org/officeDocument/2006/relationships/hyperlink" Target="https://en.wikipedia.org/wiki/Visual_Studio_Code" TargetMode="External"/><Relationship Id="rId9" Type="http://schemas.openxmlformats.org/officeDocument/2006/relationships/hyperlink" Target="https://commons.wikimedia.org/wiki/File:React-icon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01660" y="1395533"/>
            <a:ext cx="9144000" cy="90673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hu-HU" sz="6700"/>
              <a:t>Backstage Gear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9306" y="3037384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Készítette: Rózsavölgyi Zétény István és Nagy Bálint Zsombor</a:t>
            </a:r>
          </a:p>
          <a:p>
            <a:r>
              <a:rPr lang="hu-HU" sz="2000"/>
              <a:t>Konzulens tanárok: Dorogházi Donát és Gombos Szabolcs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DAE81AB8-227D-A16D-AFD8-0BF798BB6E83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 descr="A képen szöveg, embléma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0AA9B319-A043-7451-5CE7-EC3F7818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3"/>
          <a:stretch>
            <a:fillRect/>
          </a:stretch>
        </p:blipFill>
        <p:spPr>
          <a:xfrm>
            <a:off x="5391147" y="4692837"/>
            <a:ext cx="1416358" cy="1337084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17374329-F9C1-B3D9-BF43-C3593ABF3383}"/>
              </a:ext>
            </a:extLst>
          </p:cNvPr>
          <p:cNvSpPr txBox="1"/>
          <p:nvPr/>
        </p:nvSpPr>
        <p:spPr>
          <a:xfrm>
            <a:off x="3378099" y="6116554"/>
            <a:ext cx="544339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BMSZC Bolyai János Műszaki Technikum és Kollégium</a:t>
            </a:r>
          </a:p>
          <a:p>
            <a:br>
              <a:rPr lang="en-US" sz="2400"/>
            </a:br>
            <a:endParaRPr lang="en-US"/>
          </a:p>
        </p:txBody>
      </p:sp>
      <p:pic>
        <p:nvPicPr>
          <p:cNvPr id="10" name="Kép 9" descr="A képen Grafika, rajzfilm, gitár, poszter látható&#10;&#10;Lehet, hogy az AI által létrehozott tartalom helytelen.">
            <a:extLst>
              <a:ext uri="{FF2B5EF4-FFF2-40B4-BE49-F238E27FC236}">
                <a16:creationId xmlns:a16="http://schemas.microsoft.com/office/drawing/2014/main" id="{229C67AB-6271-760D-9851-D43A8136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95" y="908289"/>
            <a:ext cx="1845155" cy="18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DA7205-CC73-2086-BB82-DFC088E8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Bevezetés</a:t>
            </a:r>
            <a:endParaRPr lang="hu-HU" err="1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71B5EA3-C52B-255B-92B7-33EF48BB4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Motiváció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E10A102-9E48-C97E-61A7-D7706EDB6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1136"/>
            <a:ext cx="5175119" cy="3688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Használt</a:t>
            </a:r>
            <a:r>
              <a:rPr lang="en-US" sz="2400"/>
              <a:t> </a:t>
            </a:r>
            <a:r>
              <a:rPr lang="en-US" sz="2400" err="1"/>
              <a:t>audioeszközök</a:t>
            </a:r>
            <a:r>
              <a:rPr lang="en-US" sz="2400"/>
              <a:t> </a:t>
            </a:r>
            <a:r>
              <a:rPr lang="en-US" sz="2400" err="1"/>
              <a:t>adás-vétel</a:t>
            </a:r>
            <a:r>
              <a:rPr lang="en-US" sz="2400"/>
              <a:t> </a:t>
            </a:r>
            <a:r>
              <a:rPr lang="en-US" sz="2400" err="1"/>
              <a:t>támogatása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Könnyű</a:t>
            </a:r>
            <a:r>
              <a:rPr lang="en-US" sz="2400"/>
              <a:t> </a:t>
            </a:r>
            <a:r>
              <a:rPr lang="en-US" sz="2400" err="1"/>
              <a:t>és</a:t>
            </a:r>
            <a:r>
              <a:rPr lang="en-US" sz="2400"/>
              <a:t> </a:t>
            </a:r>
            <a:r>
              <a:rPr lang="en-US" sz="2400" err="1"/>
              <a:t>gyors</a:t>
            </a:r>
            <a:r>
              <a:rPr lang="en-US" sz="2400"/>
              <a:t> </a:t>
            </a:r>
            <a:r>
              <a:rPr lang="en-US" sz="2400" err="1"/>
              <a:t>vásárlás</a:t>
            </a:r>
            <a:r>
              <a:rPr lang="en-US" sz="2400"/>
              <a:t> </a:t>
            </a:r>
            <a:r>
              <a:rPr lang="en-US" sz="2400" err="1"/>
              <a:t>és</a:t>
            </a:r>
            <a:r>
              <a:rPr lang="en-US" sz="2400"/>
              <a:t> </a:t>
            </a:r>
            <a:r>
              <a:rPr lang="en-US" sz="2400" err="1"/>
              <a:t>hirdetés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Újrahasznosítás</a:t>
            </a:r>
            <a:r>
              <a:rPr lang="en-US" sz="2400"/>
              <a:t> </a:t>
            </a:r>
            <a:r>
              <a:rPr lang="en-US" sz="2400" err="1"/>
              <a:t>ösztönzése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507AF1C-A80A-B4FE-8FF1-9FC275957BEB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0FAB1738-43F5-11B3-071B-E83CAB4D46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Backstage Gear</a:t>
            </a:r>
          </a:p>
          <a:p>
            <a:pPr marL="0" indent="0">
              <a:buNone/>
            </a:pPr>
            <a:endParaRPr lang="hu-HU" sz="2400"/>
          </a:p>
          <a:p>
            <a:r>
              <a:rPr lang="hu-HU" sz="2400"/>
              <a:t>Használt termék kereskedés, online piactér</a:t>
            </a:r>
          </a:p>
          <a:p>
            <a:pPr marL="0" indent="0">
              <a:buNone/>
            </a:pPr>
            <a:endParaRPr lang="hu-HU" sz="2400"/>
          </a:p>
          <a:p>
            <a:r>
              <a:rPr lang="hu-HU" sz="2400"/>
              <a:t>Hirdetés, igényjelzés, moderáció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4AD25C8-EA84-5FA6-3A57-39CDE0E7D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Megoldás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F55853-57AF-A2CA-0FA9-E26FDD75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2</a:t>
            </a:fld>
            <a:r>
              <a:rPr lang="hu-HU"/>
              <a:t>/12</a:t>
            </a:r>
          </a:p>
        </p:txBody>
      </p:sp>
      <p:cxnSp>
        <p:nvCxnSpPr>
          <p:cNvPr id="7" name="Egyenes összekötő nyíllal 5">
            <a:extLst>
              <a:ext uri="{FF2B5EF4-FFF2-40B4-BE49-F238E27FC236}">
                <a16:creationId xmlns:a16="http://schemas.microsoft.com/office/drawing/2014/main" id="{B6E80BEE-F7CC-755C-C65A-CDAE906DCD1E}"/>
              </a:ext>
            </a:extLst>
          </p:cNvPr>
          <p:cNvCxnSpPr/>
          <p:nvPr/>
        </p:nvCxnSpPr>
        <p:spPr>
          <a:xfrm>
            <a:off x="838254" y="1293402"/>
            <a:ext cx="2858580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61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B5DE37-CC4F-A504-1412-4C0CE3FA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Munkamegosztás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33CD36C-8AF8-F2C9-7A9D-D76A9E02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Nagy Bálint Zsombor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F7A764-22EE-8B76-7237-AEEB58C03C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Frontend </a:t>
            </a:r>
            <a:r>
              <a:rPr lang="en-US" sz="2400" dirty="0" err="1"/>
              <a:t>komponensek</a:t>
            </a:r>
            <a:r>
              <a:rPr lang="en-US" sz="2400" dirty="0"/>
              <a:t> </a:t>
            </a:r>
            <a:r>
              <a:rPr lang="en-US" sz="2400" dirty="0" err="1"/>
              <a:t>és</a:t>
            </a:r>
            <a:r>
              <a:rPr lang="en-US" sz="2400" dirty="0"/>
              <a:t> </a:t>
            </a:r>
            <a:r>
              <a:rPr lang="en-US" sz="2400" dirty="0" err="1"/>
              <a:t>oldalak</a:t>
            </a:r>
            <a:r>
              <a:rPr lang="en-US" sz="2400" dirty="0"/>
              <a:t> </a:t>
            </a:r>
            <a:endParaRPr lang="hu-HU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/>
              <a:t>    </a:t>
            </a:r>
            <a:r>
              <a:rPr lang="en-US" sz="2400" dirty="0" err="1"/>
              <a:t>fejlesztése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UI / UX  </a:t>
            </a:r>
            <a:r>
              <a:rPr lang="en-US" sz="2400" dirty="0" err="1"/>
              <a:t>folyamatok</a:t>
            </a:r>
            <a:r>
              <a:rPr lang="en-US" sz="2400" dirty="0"/>
              <a:t>, </a:t>
            </a:r>
            <a:r>
              <a:rPr lang="en-US" sz="2400" dirty="0" err="1"/>
              <a:t>kliensoldali</a:t>
            </a:r>
            <a:r>
              <a:rPr lang="en-US" sz="2400" dirty="0"/>
              <a:t> </a:t>
            </a:r>
            <a:r>
              <a:rPr lang="en-US" sz="2400" dirty="0" err="1"/>
              <a:t>validációk</a:t>
            </a: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Frontend </a:t>
            </a:r>
            <a:r>
              <a:rPr lang="en-US" sz="2400" dirty="0" err="1"/>
              <a:t>tesztelés</a:t>
            </a:r>
            <a:r>
              <a:rPr lang="en-US" sz="2400" dirty="0"/>
              <a:t> 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dokumentáció</a:t>
            </a:r>
            <a:endParaRPr lang="en-US" sz="2400" dirty="0"/>
          </a:p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955F6C0-36F2-8240-4D0E-4105039C6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Rózsavölgyi Zétény István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C563CF3-DB66-AE91-1E11-5375CEA53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90698"/>
            <a:ext cx="5571376" cy="3698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Backend </a:t>
            </a:r>
            <a:r>
              <a:rPr lang="en-US" sz="2400" err="1"/>
              <a:t>réteg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REST API </a:t>
            </a:r>
            <a:r>
              <a:rPr lang="en-US" sz="2400" err="1"/>
              <a:t>kialakítása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Adatkezelés</a:t>
            </a:r>
            <a:r>
              <a:rPr lang="en-US" sz="2400"/>
              <a:t>, </a:t>
            </a:r>
            <a:r>
              <a:rPr lang="en-US" sz="2400" err="1"/>
              <a:t>jogosultságok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Backend </a:t>
            </a:r>
            <a:r>
              <a:rPr lang="en-US" sz="2400" err="1"/>
              <a:t>tesztek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</a:t>
            </a:r>
            <a:r>
              <a:rPr lang="en-US" sz="2400" err="1"/>
              <a:t>integrációs</a:t>
            </a:r>
            <a:r>
              <a:rPr lang="en-US" sz="2400"/>
              <a:t> </a:t>
            </a:r>
            <a:r>
              <a:rPr lang="en-US" sz="2400" err="1"/>
              <a:t>feladatok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Architektúra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</a:t>
            </a:r>
            <a:r>
              <a:rPr lang="en-US" sz="2400" err="1"/>
              <a:t>adatmodell</a:t>
            </a:r>
            <a:r>
              <a:rPr lang="en-US" sz="2400"/>
              <a:t> </a:t>
            </a:r>
            <a:r>
              <a:rPr lang="en-US" sz="2400" err="1"/>
              <a:t>véglegesítése</a:t>
            </a:r>
            <a:endParaRPr lang="en-US" sz="2400"/>
          </a:p>
          <a:p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AC3AC68-C0F3-F0DC-2653-AE66738BFDFC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8EB338E-819C-78DB-E3C8-09A26D34E4CE}"/>
              </a:ext>
            </a:extLst>
          </p:cNvPr>
          <p:cNvSpPr txBox="1"/>
          <p:nvPr/>
        </p:nvSpPr>
        <p:spPr>
          <a:xfrm>
            <a:off x="914524" y="6020363"/>
            <a:ext cx="105157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/>
              <a:t>Közös munkafolyamatok</a:t>
            </a:r>
            <a:r>
              <a:rPr lang="hu-HU"/>
              <a:t>:</a:t>
            </a:r>
            <a:r>
              <a:rPr lang="hu-HU" sz="2000"/>
              <a:t> Tervezés, dokumentáció és a prezentáció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5F19B34-8D5E-E264-3C69-F7054167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3/12</a:t>
            </a:r>
          </a:p>
        </p:txBody>
      </p:sp>
      <p:cxnSp>
        <p:nvCxnSpPr>
          <p:cNvPr id="10" name="Egyenes összekötő nyíllal 5">
            <a:extLst>
              <a:ext uri="{FF2B5EF4-FFF2-40B4-BE49-F238E27FC236}">
                <a16:creationId xmlns:a16="http://schemas.microsoft.com/office/drawing/2014/main" id="{C9E0DC70-6FB5-07DF-30E7-8DDC592C9A0D}"/>
              </a:ext>
            </a:extLst>
          </p:cNvPr>
          <p:cNvCxnSpPr/>
          <p:nvPr/>
        </p:nvCxnSpPr>
        <p:spPr>
          <a:xfrm>
            <a:off x="910825" y="1317592"/>
            <a:ext cx="4769628" cy="2532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04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833119-4F62-1878-EDE9-EB65DF1E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F7F2D7-9C75-51B6-6FE9-714A61DA1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Adatbázis: MySql, Docker, phpMyAdmin</a:t>
            </a:r>
          </a:p>
          <a:p>
            <a:endParaRPr lang="hu-HU" sz="1600"/>
          </a:p>
          <a:p>
            <a:r>
              <a:rPr lang="hu-HU" sz="2400"/>
              <a:t>Backend: TypeScript, Node.js, Express, Cypress, Jest</a:t>
            </a:r>
          </a:p>
          <a:p>
            <a:endParaRPr lang="hu-HU" sz="1800"/>
          </a:p>
          <a:p>
            <a:r>
              <a:rPr lang="hu-HU" sz="2400"/>
              <a:t>Frontend: React, Vite/Vitest</a:t>
            </a:r>
          </a:p>
          <a:p>
            <a:endParaRPr lang="hu-HU" sz="1600"/>
          </a:p>
          <a:p>
            <a:r>
              <a:rPr lang="hu-HU" sz="2400"/>
              <a:t>Fejlesztői környezet: Visual Studio Code</a:t>
            </a:r>
          </a:p>
          <a:p>
            <a:endParaRPr lang="hu-HU" sz="1600"/>
          </a:p>
          <a:p>
            <a:r>
              <a:rPr lang="hu-HU" sz="2400"/>
              <a:t>Verziókezelő: GitHub</a:t>
            </a:r>
          </a:p>
          <a:p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4E6EAAE-A36E-053A-6FEA-12146598583D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 descr="File:Visual Studio Code 1.35 icon.svg - Wikimedia Commons">
            <a:extLst>
              <a:ext uri="{FF2B5EF4-FFF2-40B4-BE49-F238E27FC236}">
                <a16:creationId xmlns:a16="http://schemas.microsoft.com/office/drawing/2014/main" id="{77935D00-6341-4127-D9C8-7DBDAB1F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745" y="2794629"/>
            <a:ext cx="1988928" cy="2022176"/>
          </a:xfrm>
          <a:prstGeom prst="rect">
            <a:avLst/>
          </a:prstGeom>
        </p:spPr>
      </p:pic>
      <p:pic>
        <p:nvPicPr>
          <p:cNvPr id="9" name="Kép 8" descr="Github Logo - Free social media icons">
            <a:extLst>
              <a:ext uri="{FF2B5EF4-FFF2-40B4-BE49-F238E27FC236}">
                <a16:creationId xmlns:a16="http://schemas.microsoft.com/office/drawing/2014/main" id="{CFB112D6-7CEB-188B-ADB8-456BD8B3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55" y="4555787"/>
            <a:ext cx="1953639" cy="1937427"/>
          </a:xfrm>
          <a:prstGeom prst="rect">
            <a:avLst/>
          </a:prstGeom>
        </p:spPr>
      </p:pic>
      <p:pic>
        <p:nvPicPr>
          <p:cNvPr id="4" name="Ábra 3" descr="File:Database-mysql.svg - Wikimedia Commons">
            <a:extLst>
              <a:ext uri="{FF2B5EF4-FFF2-40B4-BE49-F238E27FC236}">
                <a16:creationId xmlns:a16="http://schemas.microsoft.com/office/drawing/2014/main" id="{1998721D-82FE-99C4-1E01-918ADC308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485" y="222644"/>
            <a:ext cx="1916805" cy="2710035"/>
          </a:xfrm>
          <a:prstGeom prst="rect">
            <a:avLst/>
          </a:prstGeom>
        </p:spPr>
      </p:pic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4D666B-7BBE-E923-0804-032B17FD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4/12</a:t>
            </a:r>
          </a:p>
        </p:txBody>
      </p:sp>
      <p:cxnSp>
        <p:nvCxnSpPr>
          <p:cNvPr id="10" name="Egyenes összekötő nyíllal 5">
            <a:extLst>
              <a:ext uri="{FF2B5EF4-FFF2-40B4-BE49-F238E27FC236}">
                <a16:creationId xmlns:a16="http://schemas.microsoft.com/office/drawing/2014/main" id="{DCC357EA-AE36-7681-273D-EB0D01F64D56}"/>
              </a:ext>
            </a:extLst>
          </p:cNvPr>
          <p:cNvCxnSpPr/>
          <p:nvPr/>
        </p:nvCxnSpPr>
        <p:spPr>
          <a:xfrm>
            <a:off x="838254" y="1317592"/>
            <a:ext cx="6462960" cy="2532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77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4F3F-642F-F738-258D-A4C223C1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C01B45-FABE-2F47-B638-F9806843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Adatbázis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D25E594-8D0F-7304-ECDA-AC94E5592437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Tartalom helye 6" descr="A képen képernyőkép, szöveg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FB6146B-9973-8700-4722-F2B126F28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038" y="680667"/>
            <a:ext cx="9920377" cy="5002234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B012F452-9F31-0C6A-F8FE-E3D7E24B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5/12</a:t>
            </a: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F73ACAA-D667-3C65-0722-E9A35695FD83}"/>
              </a:ext>
            </a:extLst>
          </p:cNvPr>
          <p:cNvCxnSpPr/>
          <p:nvPr/>
        </p:nvCxnSpPr>
        <p:spPr>
          <a:xfrm>
            <a:off x="838254" y="1317592"/>
            <a:ext cx="2737628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77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CE5AE-0FD4-6C1C-CB21-43894A9C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42D098-3512-572C-03F8-001FEE2F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Backend részletek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AA7EFB-81CE-8AB4-77A5-8E1C0DB06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6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>
                <a:ea typeface="+mn-lt"/>
                <a:cs typeface="+mn-lt"/>
              </a:rPr>
              <a:t>Typescript, Node.js, Express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6 logikai egység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Controller és Service réteg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Middleware: token, fájlkezelés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E2E tesztek: Cypress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u-HU">
                <a:ea typeface="+mn-lt"/>
                <a:cs typeface="+mn-lt"/>
              </a:rPr>
              <a:t>tesztadatbázis</a:t>
            </a:r>
          </a:p>
          <a:p>
            <a:r>
              <a:rPr lang="hu-HU" sz="2400">
                <a:ea typeface="+mn-lt"/>
                <a:cs typeface="+mn-lt"/>
              </a:rPr>
              <a:t>Unit tesztek: Jest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Tesztlefedettség: 78%</a:t>
            </a:r>
            <a:endParaRPr lang="hu-HU" sz="2400" dirty="0">
              <a:ea typeface="+mn-lt"/>
              <a:cs typeface="+mn-lt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A9376C9A-4434-7399-D291-33C113B7594A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C28D714-40C7-54FB-E85A-AB5D7118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6/12</a:t>
            </a:r>
          </a:p>
        </p:txBody>
      </p:sp>
      <p:cxnSp>
        <p:nvCxnSpPr>
          <p:cNvPr id="8" name="Egyenes összekötő nyíllal 5">
            <a:extLst>
              <a:ext uri="{FF2B5EF4-FFF2-40B4-BE49-F238E27FC236}">
                <a16:creationId xmlns:a16="http://schemas.microsoft.com/office/drawing/2014/main" id="{565FFC25-1C50-A93E-A453-25F2326308A1}"/>
              </a:ext>
            </a:extLst>
          </p:cNvPr>
          <p:cNvCxnSpPr/>
          <p:nvPr/>
        </p:nvCxnSpPr>
        <p:spPr>
          <a:xfrm>
            <a:off x="838254" y="1317592"/>
            <a:ext cx="4443056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Kép 6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DB36A4F-A8FD-64E5-B7A5-664389BE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697" y="776288"/>
            <a:ext cx="25527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1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D1B2-5476-7A16-DD66-8CEBC394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C02235-01F6-45D5-BEF2-2BF0127E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Irodalomkutatás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6EDAE8-623B-2069-98C3-C02F08C2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6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HTTP státuszkódok: </a:t>
            </a:r>
            <a:r>
              <a:rPr lang="hu-HU" sz="2400">
                <a:ea typeface="+mn-lt"/>
                <a:cs typeface="+mn-lt"/>
                <a:hlinkClick r:id="rId2"/>
              </a:rPr>
              <a:t>http.cat</a:t>
            </a:r>
            <a:endParaRPr lang="hu-HU" sz="2400">
              <a:highlight>
                <a:srgbClr val="FFFFFF"/>
              </a:highlight>
              <a:ea typeface="+mn-lt"/>
              <a:cs typeface="Times New Roman"/>
            </a:endParaRP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React alapok: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3"/>
              </a:rPr>
              <a:t>react.dev</a:t>
            </a: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Backend alapjául szolgált: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4"/>
              </a:rPr>
              <a:t>github.com/szilasii/13c_2csop</a:t>
            </a: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További segítség: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5"/>
              </a:rPr>
              <a:t>w3schools</a:t>
            </a:r>
            <a:endParaRPr lang="hu-HU" sz="2400">
              <a:highlight>
                <a:srgbClr val="FFFFFF"/>
              </a:highlight>
              <a:ea typeface="+mn-lt"/>
              <a:cs typeface="+mn-lt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4376DE8-FD19-9D36-70A3-4E6D481F7A3C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 descr="A képen szöveg, képernyőkép, macska, számítógép látható&#10;&#10;Lehet, hogy az AI által létrehozott tartalom helytelen.">
            <a:extLst>
              <a:ext uri="{FF2B5EF4-FFF2-40B4-BE49-F238E27FC236}">
                <a16:creationId xmlns:a16="http://schemas.microsoft.com/office/drawing/2014/main" id="{89704581-AF11-D9ED-B5C0-1F83F0DA7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022" y="866383"/>
            <a:ext cx="4744970" cy="5135672"/>
          </a:xfrm>
          <a:prstGeom prst="rect">
            <a:avLst/>
          </a:pr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C48CDA8-D6D0-25D5-00FB-FC79623E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7/12</a:t>
            </a:r>
          </a:p>
        </p:txBody>
      </p:sp>
      <p:cxnSp>
        <p:nvCxnSpPr>
          <p:cNvPr id="8" name="Egyenes összekötő nyíllal 5">
            <a:extLst>
              <a:ext uri="{FF2B5EF4-FFF2-40B4-BE49-F238E27FC236}">
                <a16:creationId xmlns:a16="http://schemas.microsoft.com/office/drawing/2014/main" id="{462F6303-FC33-1E65-8455-5984AB88DD59}"/>
              </a:ext>
            </a:extLst>
          </p:cNvPr>
          <p:cNvCxnSpPr/>
          <p:nvPr/>
        </p:nvCxnSpPr>
        <p:spPr>
          <a:xfrm>
            <a:off x="838254" y="1317592"/>
            <a:ext cx="4443056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71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5CED-A53C-0D0D-494D-0C508B25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9FB276-B8C0-E8F1-246B-E1FE62BF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E15ED4-B9D6-F268-5BD2-CEF69E487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834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Böngészés, szűrés</a:t>
            </a:r>
          </a:p>
          <a:p>
            <a:r>
              <a:rPr lang="hu-HU" sz="2400"/>
              <a:t>Bejelentkezés</a:t>
            </a:r>
            <a:endParaRPr lang="hu-HU"/>
          </a:p>
          <a:p>
            <a:r>
              <a:rPr lang="hu-HU" sz="2400"/>
              <a:t>Regisztráció</a:t>
            </a:r>
          </a:p>
          <a:p>
            <a:r>
              <a:rPr lang="hu-HU" sz="2400"/>
              <a:t>Hirdetés feltöltés, módosítás, törlése, kívánságlistára helyezése és levétele, jelentése</a:t>
            </a:r>
          </a:p>
          <a:p>
            <a:r>
              <a:rPr lang="hu-HU" sz="2400"/>
              <a:t>Üzenetküldés és törlés</a:t>
            </a:r>
          </a:p>
          <a:p>
            <a:r>
              <a:rPr lang="hu-HU" sz="2400"/>
              <a:t>Felhasználó értékelése</a:t>
            </a:r>
          </a:p>
          <a:p>
            <a:r>
              <a:rPr lang="hu-HU" sz="2400"/>
              <a:t>Felhasználói profil módosítása, törlése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D65223E1-C13B-929C-019D-41AD91D596F6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 descr="What is TypeScript? - Viking Software A/S">
            <a:extLst>
              <a:ext uri="{FF2B5EF4-FFF2-40B4-BE49-F238E27FC236}">
                <a16:creationId xmlns:a16="http://schemas.microsoft.com/office/drawing/2014/main" id="{69AB4E61-7F75-7600-4812-84CF2BE4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25" y="531924"/>
            <a:ext cx="2381250" cy="2381250"/>
          </a:xfrm>
          <a:prstGeom prst="rect">
            <a:avLst/>
          </a:prstGeom>
        </p:spPr>
      </p:pic>
      <p:pic>
        <p:nvPicPr>
          <p:cNvPr id="7" name="Kép 6" descr="Download React Logo in SVG Vector or PNG File Format - Logo.wine">
            <a:extLst>
              <a:ext uri="{FF2B5EF4-FFF2-40B4-BE49-F238E27FC236}">
                <a16:creationId xmlns:a16="http://schemas.microsoft.com/office/drawing/2014/main" id="{A4A22CCE-05C8-3C30-6268-196F36FF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21" y="3170682"/>
            <a:ext cx="4512127" cy="3008085"/>
          </a:xfrm>
          <a:prstGeom prst="rect">
            <a:avLst/>
          </a:prstGeom>
        </p:spPr>
      </p:pic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E58C6826-17BA-10BE-A95D-77B6896D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8/12</a:t>
            </a:r>
          </a:p>
        </p:txBody>
      </p:sp>
      <p:cxnSp>
        <p:nvCxnSpPr>
          <p:cNvPr id="9" name="Egyenes összekötő nyíllal 5">
            <a:extLst>
              <a:ext uri="{FF2B5EF4-FFF2-40B4-BE49-F238E27FC236}">
                <a16:creationId xmlns:a16="http://schemas.microsoft.com/office/drawing/2014/main" id="{BB059EAF-01E1-C932-198B-54FD40D9FF7F}"/>
              </a:ext>
            </a:extLst>
          </p:cNvPr>
          <p:cNvCxnSpPr/>
          <p:nvPr/>
        </p:nvCxnSpPr>
        <p:spPr>
          <a:xfrm>
            <a:off x="838254" y="1317592"/>
            <a:ext cx="2858580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7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A409-C514-59CF-19F0-9BB800B8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BC464-B5CD-B3F4-311B-971C6115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Demo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FF29BB-4022-A321-DDF2-EA1F7E3E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Böngészés</a:t>
            </a:r>
          </a:p>
          <a:p>
            <a:r>
              <a:rPr lang="hu-HU" sz="2400"/>
              <a:t>Bejelentkezés</a:t>
            </a:r>
          </a:p>
          <a:p>
            <a:r>
              <a:rPr lang="hu-HU" sz="2400"/>
              <a:t>Új hirdetés létrehozása</a:t>
            </a:r>
          </a:p>
          <a:p>
            <a:r>
              <a:rPr lang="hu-HU" sz="2400"/>
              <a:t>Hirdetés módosítása</a:t>
            </a:r>
          </a:p>
          <a:p>
            <a:r>
              <a:rPr lang="hu-HU" sz="2400"/>
              <a:t>Hirdetés törlése</a:t>
            </a:r>
          </a:p>
          <a:p>
            <a:r>
              <a:rPr lang="hu-HU" sz="2400"/>
              <a:t>Hirdetés kívánságlistára helyezése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AFEFD46-798C-B1A2-CD7C-2468E9575F10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8D2D94-9922-06F3-1B98-A1B2907A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9/12</a:t>
            </a:r>
          </a:p>
        </p:txBody>
      </p:sp>
      <p:cxnSp>
        <p:nvCxnSpPr>
          <p:cNvPr id="7" name="Egyenes összekötő nyíllal 5">
            <a:extLst>
              <a:ext uri="{FF2B5EF4-FFF2-40B4-BE49-F238E27FC236}">
                <a16:creationId xmlns:a16="http://schemas.microsoft.com/office/drawing/2014/main" id="{58226D11-2585-997B-CC0C-DDD9EF378580}"/>
              </a:ext>
            </a:extLst>
          </p:cNvPr>
          <p:cNvCxnSpPr/>
          <p:nvPr/>
        </p:nvCxnSpPr>
        <p:spPr>
          <a:xfrm>
            <a:off x="838254" y="1282994"/>
            <a:ext cx="1999115" cy="576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1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E585-4FA4-430B-7517-8A60282E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51C29D-DEE3-399F-58DB-24DC2276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Összegzés és kitekintés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F8601-7D99-8C12-D713-238159E0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606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>
                <a:ea typeface="+mn-lt"/>
                <a:cs typeface="+mn-lt"/>
              </a:rPr>
              <a:t>A munkamegosztás és a csapatmunka jól működött</a:t>
            </a:r>
            <a:endParaRPr lang="hu-HU" sz="2400">
              <a:latin typeface="Aptos"/>
            </a:endParaRPr>
          </a:p>
          <a:p>
            <a:r>
              <a:rPr lang="hu-HU" sz="2400">
                <a:ea typeface="+mn-lt"/>
                <a:cs typeface="+mn-lt"/>
              </a:rPr>
              <a:t>A tervezett projekt sikeresen megvalósult</a:t>
            </a:r>
            <a:endParaRPr lang="hu-HU" sz="2400"/>
          </a:p>
          <a:p>
            <a:r>
              <a:rPr lang="hu-HU" sz="2400">
                <a:ea typeface="+mn-lt"/>
                <a:cs typeface="+mn-lt"/>
              </a:rPr>
              <a:t>A felmerült hibákat sikeresen kijavítottuk</a:t>
            </a:r>
            <a:endParaRPr lang="hu-HU"/>
          </a:p>
          <a:p>
            <a:r>
              <a:rPr lang="hu-HU" sz="2400">
                <a:ea typeface="+mn-lt"/>
                <a:cs typeface="+mn-lt"/>
              </a:rPr>
              <a:t>Minden folyamatot, sikeresen dokumentáltunk</a:t>
            </a:r>
            <a:endParaRPr lang="hu-HU" sz="2400"/>
          </a:p>
          <a:p>
            <a:endParaRPr lang="hu-HU" sz="2400" dirty="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</a:rPr>
              <a:t>Kétlépcsős azonosítás megvalósítása</a:t>
            </a:r>
            <a:endParaRPr lang="hu-HU"/>
          </a:p>
          <a:p>
            <a:r>
              <a:rPr lang="hu-HU" sz="2400">
                <a:ea typeface="+mn-lt"/>
                <a:cs typeface="+mn-lt"/>
              </a:rPr>
              <a:t>E-mailes megerősítés</a:t>
            </a:r>
            <a:endParaRPr lang="hu-HU"/>
          </a:p>
          <a:p>
            <a:r>
              <a:rPr lang="hu-HU" sz="2400">
                <a:ea typeface="+mn-lt"/>
                <a:cs typeface="+mn-lt"/>
              </a:rPr>
              <a:t>Mobilalkalmazás</a:t>
            </a:r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56A9E73-C95E-CAFA-6917-FFB372EDFFC7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 descr="A képen képernyőkép, Színesség, Grafika, Acélkék látható&#10;&#10;Lehet, hogy az AI által létrehozott tartalom helytelen.">
            <a:extLst>
              <a:ext uri="{FF2B5EF4-FFF2-40B4-BE49-F238E27FC236}">
                <a16:creationId xmlns:a16="http://schemas.microsoft.com/office/drawing/2014/main" id="{057F8179-C4F0-7D71-4A84-60A72E83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792" y="1514631"/>
            <a:ext cx="3832965" cy="3832965"/>
          </a:xfrm>
          <a:prstGeom prst="rect">
            <a:avLst/>
          </a:pr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D442055-D4F6-5392-F4A6-278B95D7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10/12</a:t>
            </a:r>
          </a:p>
        </p:txBody>
      </p:sp>
      <p:cxnSp>
        <p:nvCxnSpPr>
          <p:cNvPr id="8" name="Egyenes összekötő nyíllal 5">
            <a:extLst>
              <a:ext uri="{FF2B5EF4-FFF2-40B4-BE49-F238E27FC236}">
                <a16:creationId xmlns:a16="http://schemas.microsoft.com/office/drawing/2014/main" id="{CE0A3098-0FC3-DE25-697B-D28CC68889F1}"/>
              </a:ext>
            </a:extLst>
          </p:cNvPr>
          <p:cNvCxnSpPr/>
          <p:nvPr/>
        </p:nvCxnSpPr>
        <p:spPr>
          <a:xfrm>
            <a:off x="842474" y="1318013"/>
            <a:ext cx="7763460" cy="2188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3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FA0F11D9-9D82-78AF-BBE1-B1260048A784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23EA089D-7E9D-0FF2-FF23-D12269BDFBF6}"/>
              </a:ext>
            </a:extLst>
          </p:cNvPr>
          <p:cNvCxnSpPr/>
          <p:nvPr/>
        </p:nvCxnSpPr>
        <p:spPr>
          <a:xfrm>
            <a:off x="2947045" y="4003156"/>
            <a:ext cx="6311347" cy="16565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CDB9BE3B-1E67-345F-8BFF-EA402C61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51" y="2751766"/>
            <a:ext cx="7151299" cy="1339940"/>
          </a:xfrm>
        </p:spPr>
        <p:txBody>
          <a:bodyPr>
            <a:normAutofit/>
          </a:bodyPr>
          <a:lstStyle/>
          <a:p>
            <a:r>
              <a:rPr lang="hu-HU" sz="6000"/>
              <a:t>Köszönjük a figyelmet!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D7C0BD2-9BB9-8010-50AD-99585CD0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dirty="0" smtClean="0"/>
              <a:t>11</a:t>
            </a:fld>
            <a:r>
              <a:rPr lang="hu-HU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11585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2065-C351-663D-A117-4E4C4EBD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F0B405-5FED-C42D-1AA6-0118C3E4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0ED283-A6F7-85CE-25BF-E79FD21F9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hu-HU" sz="2400">
                <a:ea typeface="+mn-lt"/>
                <a:cs typeface="+mn-lt"/>
                <a:hlinkClick r:id="rId2"/>
              </a:rPr>
              <a:t>https://bolyai-bp.edu.hu/wp-content/uploads/2021/12/bolyai_logo_technikum_vektoros.png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3"/>
              </a:rPr>
              <a:t>https://commons.wikimedia.org/wiki/File:Database-mysql.svg</a:t>
            </a:r>
          </a:p>
          <a:p>
            <a:r>
              <a:rPr lang="hu-HU" sz="2400">
                <a:ea typeface="+mn-lt"/>
                <a:cs typeface="+mn-lt"/>
                <a:hlinkClick r:id="rId4"/>
              </a:rPr>
              <a:t>https://en.wikipedia.org/wiki/Visual_Studio_Code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5"/>
              </a:rPr>
              <a:t>https://en.wikipedia.org/wiki/GitHub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6"/>
              </a:rPr>
              <a:t>https://http.cat/status/500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7"/>
              </a:rPr>
              <a:t>https://www.flaticon.com/free-icon/smartphone_3437364?term=mobile&amp;page=1&amp;position=5&amp;origin=search&amp;related_id=3437364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8"/>
              </a:rPr>
              <a:t>https://www.vikingsoftware.com/wp-content/uploads/2024/02/TypeScript.png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9"/>
              </a:rPr>
              <a:t>https://commons.wikimedia.org/wiki/File:React-icon.svg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10"/>
              </a:rPr>
              <a:t>https://www.flaticon.com/free-icon/united-kingdom_197374?term=english+flag&amp;page=1&amp;position=1&amp;origin=search&amp;related_id=197374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11"/>
              </a:rPr>
              <a:t>https://www.flaticon.com/free-icon/flag_10600891?term=hungarian+flag&amp;page=1&amp;position=2&amp;origin=search&amp;related_id=10600891</a:t>
            </a:r>
            <a:endParaRPr lang="hu-HU" sz="2400"/>
          </a:p>
          <a:p>
            <a:endParaRPr lang="hu-HU" sz="240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14AE574F-9850-E9A1-B83C-3B33E9648EFA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0E3494D-468E-113F-0677-47E06297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12</a:t>
            </a:fld>
            <a:r>
              <a:rPr lang="hu-HU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66693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12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3" baseType="lpstr">
      <vt:lpstr>Office-téma</vt:lpstr>
      <vt:lpstr>Backstage Gear</vt:lpstr>
      <vt:lpstr>Bevezetés</vt:lpstr>
      <vt:lpstr>Munkamegosztás</vt:lpstr>
      <vt:lpstr>Felhasznált technológiák</vt:lpstr>
      <vt:lpstr>Adatbázis</vt:lpstr>
      <vt:lpstr>Backend részletek</vt:lpstr>
      <vt:lpstr>Irodalomkutatás</vt:lpstr>
      <vt:lpstr>Funkciók</vt:lpstr>
      <vt:lpstr>Demo</vt:lpstr>
      <vt:lpstr>Összegzés és kitekintés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52</cp:revision>
  <dcterms:created xsi:type="dcterms:W3CDTF">2026-04-15T15:25:37Z</dcterms:created>
  <dcterms:modified xsi:type="dcterms:W3CDTF">2026-04-21T13:19:34Z</dcterms:modified>
</cp:coreProperties>
</file>